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9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Überblick" id="{2bfec603-247a-48c1-84e3-5ebadd49a414}">
          <p14:sldIdLst>
            <p14:sldId id="256"/>
            <p14:sldId id="257"/>
            <p14:sldId id="258"/>
          </p14:sldIdLst>
        </p14:section>
        <p14:section name="Performance" id="{5e93ccb9-3fe5-dc11-e8c1-d8de20054ab8}">
          <p14:sldIdLst>
            <p14:sldId id="259"/>
            <p14:sldId id="260"/>
            <p14:sldId id="261"/>
            <p14:sldId id="262"/>
            <p14:sldId id="263"/>
          </p14:sldIdLst>
        </p14:section>
        <p14:section name="Risikostufen" id="{54c423e3-914c-8e92-4543-9f2e8ab3a5f1}">
          <p14:sldIdLst>
            <p14:sldId id="264"/>
            <p14:sldId id="265"/>
            <p14:sldId id="266"/>
            <p14:sldId id="267"/>
          </p14:sldIdLst>
        </p14:section>
        <p14:section name="Robustheit und Grenzen" id="{53f214a8-901d-da46-7006-c4848c2f0423}">
          <p14:sldIdLst>
            <p14:sldId id="268"/>
            <p14:sldId id="269"/>
            <p14:sldId id="270"/>
            <p14:sldId id="271"/>
          </p14:sldIdLst>
        </p14:section>
        <p14:section name="Fazit" id="{6e45b374-31ce-a7a9-27ec-2d7aecfac2b7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base1x</c:v>
                </c:pt>
              </c:strCache>
            </c:strRef>
          </c:tx>
          <c:spPr>
            <a:solidFill>
              <a:srgbClr val="9AD3CF"/>
            </a:solidFill>
            <a:ln w="28575" cap="flat">
              <a:solidFill>
                <a:srgbClr val="9AD3C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D3CF"/>
              </a:solidFill>
              <a:ln w="9525" cap="flat">
                <a:solidFill>
                  <a:srgbClr val="9AD3C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Sheet1!$A$2:$A$383</c:f>
              <c:multiLvlStrCache>
                <c:ptCount val="382"/>
                <c:lvl>
                  <c:pt idx="0">
                    <c:v>1991-03</c:v>
                  </c:pt>
                  <c:pt idx="1">
                    <c:v>1991-04</c:v>
                  </c:pt>
                  <c:pt idx="2">
                    <c:v>1991-05</c:v>
                  </c:pt>
                  <c:pt idx="3">
                    <c:v>1991-06</c:v>
                  </c:pt>
                  <c:pt idx="4">
                    <c:v>1991-07</c:v>
                  </c:pt>
                  <c:pt idx="5">
                    <c:v>1991-08</c:v>
                  </c:pt>
                  <c:pt idx="6">
                    <c:v>1991-09</c:v>
                  </c:pt>
                  <c:pt idx="7">
                    <c:v>1991-10</c:v>
                  </c:pt>
                  <c:pt idx="8">
                    <c:v>1991-11</c:v>
                  </c:pt>
                  <c:pt idx="9">
                    <c:v>1991-12</c:v>
                  </c:pt>
                  <c:pt idx="10">
                    <c:v>1992-01</c:v>
                  </c:pt>
                  <c:pt idx="11">
                    <c:v>1992-02</c:v>
                  </c:pt>
                  <c:pt idx="12">
                    <c:v>1992-03</c:v>
                  </c:pt>
                  <c:pt idx="13">
                    <c:v>1992-04</c:v>
                  </c:pt>
                  <c:pt idx="14">
                    <c:v>1992-05</c:v>
                  </c:pt>
                  <c:pt idx="15">
                    <c:v>1992-06</c:v>
                  </c:pt>
                  <c:pt idx="16">
                    <c:v>1992-07</c:v>
                  </c:pt>
                  <c:pt idx="17">
                    <c:v>1992-08</c:v>
                  </c:pt>
                  <c:pt idx="18">
                    <c:v>1992-09</c:v>
                  </c:pt>
                  <c:pt idx="19">
                    <c:v>1992-10</c:v>
                  </c:pt>
                  <c:pt idx="20">
                    <c:v>1992-11</c:v>
                  </c:pt>
                  <c:pt idx="21">
                    <c:v>1992-12</c:v>
                  </c:pt>
                  <c:pt idx="22">
                    <c:v>1993-01</c:v>
                  </c:pt>
                  <c:pt idx="23">
                    <c:v>1993-02</c:v>
                  </c:pt>
                  <c:pt idx="24">
                    <c:v>1993-03</c:v>
                  </c:pt>
                  <c:pt idx="25">
                    <c:v>1993-04</c:v>
                  </c:pt>
                  <c:pt idx="26">
                    <c:v>1993-05</c:v>
                  </c:pt>
                  <c:pt idx="27">
                    <c:v>1993-06</c:v>
                  </c:pt>
                  <c:pt idx="28">
                    <c:v>1993-07</c:v>
                  </c:pt>
                  <c:pt idx="29">
                    <c:v>1993-08</c:v>
                  </c:pt>
                  <c:pt idx="30">
                    <c:v>1993-09</c:v>
                  </c:pt>
                  <c:pt idx="31">
                    <c:v>1993-10</c:v>
                  </c:pt>
                  <c:pt idx="32">
                    <c:v>1993-11</c:v>
                  </c:pt>
                  <c:pt idx="33">
                    <c:v>1993-12</c:v>
                  </c:pt>
                  <c:pt idx="34">
                    <c:v>1994-01</c:v>
                  </c:pt>
                  <c:pt idx="35">
                    <c:v>1994-02</c:v>
                  </c:pt>
                  <c:pt idx="36">
                    <c:v>1994-03</c:v>
                  </c:pt>
                  <c:pt idx="37">
                    <c:v>1994-04</c:v>
                  </c:pt>
                  <c:pt idx="38">
                    <c:v>1994-05</c:v>
                  </c:pt>
                  <c:pt idx="39">
                    <c:v>1994-06</c:v>
                  </c:pt>
                  <c:pt idx="40">
                    <c:v>1994-07</c:v>
                  </c:pt>
                  <c:pt idx="41">
                    <c:v>1994-08</c:v>
                  </c:pt>
                  <c:pt idx="42">
                    <c:v>1994-09</c:v>
                  </c:pt>
                  <c:pt idx="43">
                    <c:v>1994-10</c:v>
                  </c:pt>
                  <c:pt idx="44">
                    <c:v>1994-11</c:v>
                  </c:pt>
                  <c:pt idx="45">
                    <c:v>1994-12</c:v>
                  </c:pt>
                  <c:pt idx="46">
                    <c:v>1995-01</c:v>
                  </c:pt>
                  <c:pt idx="47">
                    <c:v>1995-02</c:v>
                  </c:pt>
                  <c:pt idx="48">
                    <c:v>1995-03</c:v>
                  </c:pt>
                  <c:pt idx="49">
                    <c:v>1995-04</c:v>
                  </c:pt>
                  <c:pt idx="50">
                    <c:v>1995-05</c:v>
                  </c:pt>
                  <c:pt idx="51">
                    <c:v>1995-06</c:v>
                  </c:pt>
                  <c:pt idx="52">
                    <c:v>1995-07</c:v>
                  </c:pt>
                  <c:pt idx="53">
                    <c:v>1995-08</c:v>
                  </c:pt>
                  <c:pt idx="54">
                    <c:v>1995-09</c:v>
                  </c:pt>
                  <c:pt idx="55">
                    <c:v>1995-10</c:v>
                  </c:pt>
                  <c:pt idx="56">
                    <c:v>1995-11</c:v>
                  </c:pt>
                  <c:pt idx="57">
                    <c:v>1995-12</c:v>
                  </c:pt>
                  <c:pt idx="58">
                    <c:v>1996-01</c:v>
                  </c:pt>
                  <c:pt idx="59">
                    <c:v>1996-02</c:v>
                  </c:pt>
                  <c:pt idx="60">
                    <c:v>1996-03</c:v>
                  </c:pt>
                  <c:pt idx="61">
                    <c:v>1996-04</c:v>
                  </c:pt>
                  <c:pt idx="62">
                    <c:v>1996-05</c:v>
                  </c:pt>
                  <c:pt idx="63">
                    <c:v>1996-06</c:v>
                  </c:pt>
                  <c:pt idx="64">
                    <c:v>1996-07</c:v>
                  </c:pt>
                  <c:pt idx="65">
                    <c:v>1996-08</c:v>
                  </c:pt>
                  <c:pt idx="66">
                    <c:v>1996-09</c:v>
                  </c:pt>
                  <c:pt idx="67">
                    <c:v>1996-10</c:v>
                  </c:pt>
                  <c:pt idx="68">
                    <c:v>1996-11</c:v>
                  </c:pt>
                  <c:pt idx="69">
                    <c:v>1996-12</c:v>
                  </c:pt>
                  <c:pt idx="70">
                    <c:v>1997-01</c:v>
                  </c:pt>
                  <c:pt idx="71">
                    <c:v>1997-02</c:v>
                  </c:pt>
                  <c:pt idx="72">
                    <c:v>1997-03</c:v>
                  </c:pt>
                  <c:pt idx="73">
                    <c:v>1997-04</c:v>
                  </c:pt>
                  <c:pt idx="74">
                    <c:v>1997-05</c:v>
                  </c:pt>
                  <c:pt idx="75">
                    <c:v>1997-06</c:v>
                  </c:pt>
                  <c:pt idx="76">
                    <c:v>1997-07</c:v>
                  </c:pt>
                  <c:pt idx="77">
                    <c:v>1997-08</c:v>
                  </c:pt>
                  <c:pt idx="78">
                    <c:v>1997-09</c:v>
                  </c:pt>
                  <c:pt idx="79">
                    <c:v>1997-10</c:v>
                  </c:pt>
                  <c:pt idx="80">
                    <c:v>1997-11</c:v>
                  </c:pt>
                  <c:pt idx="81">
                    <c:v>1997-12</c:v>
                  </c:pt>
                  <c:pt idx="82">
                    <c:v>1998-01</c:v>
                  </c:pt>
                  <c:pt idx="83">
                    <c:v>1998-02</c:v>
                  </c:pt>
                  <c:pt idx="84">
                    <c:v>1998-03</c:v>
                  </c:pt>
                  <c:pt idx="85">
                    <c:v>1998-04</c:v>
                  </c:pt>
                  <c:pt idx="86">
                    <c:v>1998-05</c:v>
                  </c:pt>
                  <c:pt idx="87">
                    <c:v>1998-06</c:v>
                  </c:pt>
                  <c:pt idx="88">
                    <c:v>1998-07</c:v>
                  </c:pt>
                  <c:pt idx="89">
                    <c:v>1998-08</c:v>
                  </c:pt>
                  <c:pt idx="90">
                    <c:v>1998-09</c:v>
                  </c:pt>
                  <c:pt idx="91">
                    <c:v>1998-10</c:v>
                  </c:pt>
                  <c:pt idx="92">
                    <c:v>1998-11</c:v>
                  </c:pt>
                  <c:pt idx="93">
                    <c:v>1998-12</c:v>
                  </c:pt>
                  <c:pt idx="94">
                    <c:v>1999-01</c:v>
                  </c:pt>
                  <c:pt idx="95">
                    <c:v>1999-02</c:v>
                  </c:pt>
                  <c:pt idx="96">
                    <c:v>1999-03</c:v>
                  </c:pt>
                  <c:pt idx="97">
                    <c:v>1999-04</c:v>
                  </c:pt>
                  <c:pt idx="98">
                    <c:v>1999-05</c:v>
                  </c:pt>
                  <c:pt idx="99">
                    <c:v>1999-06</c:v>
                  </c:pt>
                  <c:pt idx="100">
                    <c:v>1999-07</c:v>
                  </c:pt>
                  <c:pt idx="101">
                    <c:v>1999-08</c:v>
                  </c:pt>
                  <c:pt idx="102">
                    <c:v>1999-09</c:v>
                  </c:pt>
                  <c:pt idx="103">
                    <c:v>1999-10</c:v>
                  </c:pt>
                  <c:pt idx="104">
                    <c:v>1999-11</c:v>
                  </c:pt>
                  <c:pt idx="105">
                    <c:v>1999-12</c:v>
                  </c:pt>
                  <c:pt idx="106">
                    <c:v>2000-01</c:v>
                  </c:pt>
                  <c:pt idx="107">
                    <c:v>2000-02</c:v>
                  </c:pt>
                  <c:pt idx="108">
                    <c:v>2000-03</c:v>
                  </c:pt>
                  <c:pt idx="109">
                    <c:v>2000-04</c:v>
                  </c:pt>
                  <c:pt idx="110">
                    <c:v>2000-05</c:v>
                  </c:pt>
                  <c:pt idx="111">
                    <c:v>2000-06</c:v>
                  </c:pt>
                  <c:pt idx="112">
                    <c:v>2000-07</c:v>
                  </c:pt>
                  <c:pt idx="113">
                    <c:v>2000-08</c:v>
                  </c:pt>
                  <c:pt idx="114">
                    <c:v>2000-09</c:v>
                  </c:pt>
                  <c:pt idx="115">
                    <c:v>2000-10</c:v>
                  </c:pt>
                  <c:pt idx="116">
                    <c:v>2000-11</c:v>
                  </c:pt>
                  <c:pt idx="117">
                    <c:v>2000-12</c:v>
                  </c:pt>
                  <c:pt idx="118">
                    <c:v>2001-01</c:v>
                  </c:pt>
                  <c:pt idx="119">
                    <c:v>2001-02</c:v>
                  </c:pt>
                  <c:pt idx="120">
                    <c:v>2001-03</c:v>
                  </c:pt>
                  <c:pt idx="121">
                    <c:v>2001-04</c:v>
                  </c:pt>
                  <c:pt idx="122">
                    <c:v>2001-05</c:v>
                  </c:pt>
                  <c:pt idx="123">
                    <c:v>2001-06</c:v>
                  </c:pt>
                  <c:pt idx="124">
                    <c:v>2001-07</c:v>
                  </c:pt>
                  <c:pt idx="125">
                    <c:v>2001-08</c:v>
                  </c:pt>
                  <c:pt idx="126">
                    <c:v>2001-09</c:v>
                  </c:pt>
                  <c:pt idx="127">
                    <c:v>2001-10</c:v>
                  </c:pt>
                  <c:pt idx="128">
                    <c:v>2001-11</c:v>
                  </c:pt>
                  <c:pt idx="129">
                    <c:v>2001-12</c:v>
                  </c:pt>
                  <c:pt idx="130">
                    <c:v>2002-01</c:v>
                  </c:pt>
                  <c:pt idx="131">
                    <c:v>2002-02</c:v>
                  </c:pt>
                  <c:pt idx="132">
                    <c:v>2002-03</c:v>
                  </c:pt>
                  <c:pt idx="133">
                    <c:v>2002-04</c:v>
                  </c:pt>
                  <c:pt idx="134">
                    <c:v>2002-05</c:v>
                  </c:pt>
                  <c:pt idx="135">
                    <c:v>2002-06</c:v>
                  </c:pt>
                  <c:pt idx="136">
                    <c:v>2002-07</c:v>
                  </c:pt>
                  <c:pt idx="137">
                    <c:v>2002-08</c:v>
                  </c:pt>
                  <c:pt idx="138">
                    <c:v>2002-09</c:v>
                  </c:pt>
                  <c:pt idx="139">
                    <c:v>2002-10</c:v>
                  </c:pt>
                  <c:pt idx="140">
                    <c:v>2002-11</c:v>
                  </c:pt>
                  <c:pt idx="141">
                    <c:v>2002-12</c:v>
                  </c:pt>
                  <c:pt idx="142">
                    <c:v>2003-01</c:v>
                  </c:pt>
                  <c:pt idx="143">
                    <c:v>2003-02</c:v>
                  </c:pt>
                  <c:pt idx="144">
                    <c:v>2003-03</c:v>
                  </c:pt>
                  <c:pt idx="145">
                    <c:v>2003-04</c:v>
                  </c:pt>
                  <c:pt idx="146">
                    <c:v>2003-05</c:v>
                  </c:pt>
                  <c:pt idx="147">
                    <c:v>2003-06</c:v>
                  </c:pt>
                  <c:pt idx="148">
                    <c:v>2003-07</c:v>
                  </c:pt>
                  <c:pt idx="149">
                    <c:v>2003-08</c:v>
                  </c:pt>
                  <c:pt idx="150">
                    <c:v>2003-09</c:v>
                  </c:pt>
                  <c:pt idx="151">
                    <c:v>2003-10</c:v>
                  </c:pt>
                  <c:pt idx="152">
                    <c:v>2003-11</c:v>
                  </c:pt>
                  <c:pt idx="153">
                    <c:v>2003-12</c:v>
                  </c:pt>
                  <c:pt idx="154">
                    <c:v>2004-01</c:v>
                  </c:pt>
                  <c:pt idx="155">
                    <c:v>2004-02</c:v>
                  </c:pt>
                  <c:pt idx="156">
                    <c:v>2004-03</c:v>
                  </c:pt>
                  <c:pt idx="157">
                    <c:v>2004-04</c:v>
                  </c:pt>
                  <c:pt idx="158">
                    <c:v>2004-05</c:v>
                  </c:pt>
                  <c:pt idx="159">
                    <c:v>2004-06</c:v>
                  </c:pt>
                  <c:pt idx="160">
                    <c:v>2004-07</c:v>
                  </c:pt>
                  <c:pt idx="161">
                    <c:v>2004-08</c:v>
                  </c:pt>
                  <c:pt idx="162">
                    <c:v>2004-09</c:v>
                  </c:pt>
                  <c:pt idx="163">
                    <c:v>2004-10</c:v>
                  </c:pt>
                  <c:pt idx="164">
                    <c:v>2004-11</c:v>
                  </c:pt>
                  <c:pt idx="165">
                    <c:v>2004-12</c:v>
                  </c:pt>
                  <c:pt idx="166">
                    <c:v>2005-01</c:v>
                  </c:pt>
                  <c:pt idx="167">
                    <c:v>2005-02</c:v>
                  </c:pt>
                  <c:pt idx="168">
                    <c:v>2005-03</c:v>
                  </c:pt>
                  <c:pt idx="169">
                    <c:v>2005-04</c:v>
                  </c:pt>
                  <c:pt idx="170">
                    <c:v>2005-05</c:v>
                  </c:pt>
                  <c:pt idx="171">
                    <c:v>2005-06</c:v>
                  </c:pt>
                  <c:pt idx="172">
                    <c:v>2005-07</c:v>
                  </c:pt>
                  <c:pt idx="173">
                    <c:v>2005-08</c:v>
                  </c:pt>
                  <c:pt idx="174">
                    <c:v>2005-09</c:v>
                  </c:pt>
                  <c:pt idx="175">
                    <c:v>2005-10</c:v>
                  </c:pt>
                  <c:pt idx="176">
                    <c:v>2005-11</c:v>
                  </c:pt>
                  <c:pt idx="177">
                    <c:v>2005-12</c:v>
                  </c:pt>
                  <c:pt idx="178">
                    <c:v>2006-01</c:v>
                  </c:pt>
                  <c:pt idx="179">
                    <c:v>2006-02</c:v>
                  </c:pt>
                  <c:pt idx="180">
                    <c:v>2006-03</c:v>
                  </c:pt>
                  <c:pt idx="181">
                    <c:v>2006-04</c:v>
                  </c:pt>
                  <c:pt idx="182">
                    <c:v>2006-05</c:v>
                  </c:pt>
                  <c:pt idx="183">
                    <c:v>2006-06</c:v>
                  </c:pt>
                  <c:pt idx="184">
                    <c:v>2006-07</c:v>
                  </c:pt>
                  <c:pt idx="185">
                    <c:v>2006-08</c:v>
                  </c:pt>
                  <c:pt idx="186">
                    <c:v>2006-09</c:v>
                  </c:pt>
                  <c:pt idx="187">
                    <c:v>2006-10</c:v>
                  </c:pt>
                  <c:pt idx="188">
                    <c:v>2006-11</c:v>
                  </c:pt>
                  <c:pt idx="189">
                    <c:v>2006-12</c:v>
                  </c:pt>
                  <c:pt idx="190">
                    <c:v>2007-01</c:v>
                  </c:pt>
                  <c:pt idx="191">
                    <c:v>2007-02</c:v>
                  </c:pt>
                  <c:pt idx="192">
                    <c:v>2007-03</c:v>
                  </c:pt>
                  <c:pt idx="193">
                    <c:v>2007-04</c:v>
                  </c:pt>
                  <c:pt idx="194">
                    <c:v>2007-05</c:v>
                  </c:pt>
                  <c:pt idx="195">
                    <c:v>2007-06</c:v>
                  </c:pt>
                  <c:pt idx="196">
                    <c:v>2007-07</c:v>
                  </c:pt>
                  <c:pt idx="197">
                    <c:v>2007-08</c:v>
                  </c:pt>
                  <c:pt idx="198">
                    <c:v>2007-09</c:v>
                  </c:pt>
                  <c:pt idx="199">
                    <c:v>2007-10</c:v>
                  </c:pt>
                  <c:pt idx="200">
                    <c:v>2007-11</c:v>
                  </c:pt>
                  <c:pt idx="201">
                    <c:v>2007-12</c:v>
                  </c:pt>
                  <c:pt idx="202">
                    <c:v>2008-01</c:v>
                  </c:pt>
                  <c:pt idx="203">
                    <c:v>2008-02</c:v>
                  </c:pt>
                  <c:pt idx="204">
                    <c:v>2008-03</c:v>
                  </c:pt>
                  <c:pt idx="205">
                    <c:v>2008-04</c:v>
                  </c:pt>
                  <c:pt idx="206">
                    <c:v>2008-05</c:v>
                  </c:pt>
                  <c:pt idx="207">
                    <c:v>2008-06</c:v>
                  </c:pt>
                  <c:pt idx="208">
                    <c:v>2008-07</c:v>
                  </c:pt>
                  <c:pt idx="209">
                    <c:v>2008-08</c:v>
                  </c:pt>
                  <c:pt idx="210">
                    <c:v>2008-09</c:v>
                  </c:pt>
                  <c:pt idx="211">
                    <c:v>2008-10</c:v>
                  </c:pt>
                  <c:pt idx="212">
                    <c:v>2008-11</c:v>
                  </c:pt>
                  <c:pt idx="213">
                    <c:v>2008-12</c:v>
                  </c:pt>
                  <c:pt idx="214">
                    <c:v>2009-01</c:v>
                  </c:pt>
                  <c:pt idx="215">
                    <c:v>2009-02</c:v>
                  </c:pt>
                  <c:pt idx="216">
                    <c:v>2009-03</c:v>
                  </c:pt>
                  <c:pt idx="217">
                    <c:v>2009-04</c:v>
                  </c:pt>
                  <c:pt idx="218">
                    <c:v>2009-05</c:v>
                  </c:pt>
                  <c:pt idx="219">
                    <c:v>2009-06</c:v>
                  </c:pt>
                  <c:pt idx="220">
                    <c:v>2009-07</c:v>
                  </c:pt>
                  <c:pt idx="221">
                    <c:v>2009-08</c:v>
                  </c:pt>
                  <c:pt idx="222">
                    <c:v>2009-09</c:v>
                  </c:pt>
                  <c:pt idx="223">
                    <c:v>2009-10</c:v>
                  </c:pt>
                  <c:pt idx="224">
                    <c:v>2009-11</c:v>
                  </c:pt>
                  <c:pt idx="225">
                    <c:v>2009-12</c:v>
                  </c:pt>
                  <c:pt idx="226">
                    <c:v>2010-01</c:v>
                  </c:pt>
                  <c:pt idx="227">
                    <c:v>2010-02</c:v>
                  </c:pt>
                  <c:pt idx="228">
                    <c:v>2010-03</c:v>
                  </c:pt>
                  <c:pt idx="229">
                    <c:v>2010-04</c:v>
                  </c:pt>
                  <c:pt idx="230">
                    <c:v>2010-05</c:v>
                  </c:pt>
                  <c:pt idx="231">
                    <c:v>2010-06</c:v>
                  </c:pt>
                  <c:pt idx="232">
                    <c:v>2010-07</c:v>
                  </c:pt>
                  <c:pt idx="233">
                    <c:v>2010-08</c:v>
                  </c:pt>
                  <c:pt idx="234">
                    <c:v>2010-09</c:v>
                  </c:pt>
                  <c:pt idx="235">
                    <c:v>2010-10</c:v>
                  </c:pt>
                  <c:pt idx="236">
                    <c:v>2010-11</c:v>
                  </c:pt>
                  <c:pt idx="237">
                    <c:v>2010-12</c:v>
                  </c:pt>
                  <c:pt idx="238">
                    <c:v>2011-01</c:v>
                  </c:pt>
                  <c:pt idx="239">
                    <c:v>2011-02</c:v>
                  </c:pt>
                  <c:pt idx="240">
                    <c:v>2011-03</c:v>
                  </c:pt>
                  <c:pt idx="241">
                    <c:v>2011-04</c:v>
                  </c:pt>
                  <c:pt idx="242">
                    <c:v>2011-05</c:v>
                  </c:pt>
                  <c:pt idx="243">
                    <c:v>2011-06</c:v>
                  </c:pt>
                  <c:pt idx="244">
                    <c:v>2011-07</c:v>
                  </c:pt>
                  <c:pt idx="245">
                    <c:v>2011-08</c:v>
                  </c:pt>
                  <c:pt idx="246">
                    <c:v>2011-09</c:v>
                  </c:pt>
                  <c:pt idx="247">
                    <c:v>2011-10</c:v>
                  </c:pt>
                  <c:pt idx="248">
                    <c:v>2011-11</c:v>
                  </c:pt>
                  <c:pt idx="249">
                    <c:v>2011-12</c:v>
                  </c:pt>
                  <c:pt idx="250">
                    <c:v>2012-01</c:v>
                  </c:pt>
                  <c:pt idx="251">
                    <c:v>2012-02</c:v>
                  </c:pt>
                  <c:pt idx="252">
                    <c:v>2012-03</c:v>
                  </c:pt>
                  <c:pt idx="253">
                    <c:v>2012-04</c:v>
                  </c:pt>
                  <c:pt idx="254">
                    <c:v>2012-05</c:v>
                  </c:pt>
                  <c:pt idx="255">
                    <c:v>2012-06</c:v>
                  </c:pt>
                  <c:pt idx="256">
                    <c:v>2012-07</c:v>
                  </c:pt>
                  <c:pt idx="257">
                    <c:v>2012-08</c:v>
                  </c:pt>
                  <c:pt idx="258">
                    <c:v>2012-09</c:v>
                  </c:pt>
                  <c:pt idx="259">
                    <c:v>2012-10</c:v>
                  </c:pt>
                  <c:pt idx="260">
                    <c:v>2012-11</c:v>
                  </c:pt>
                  <c:pt idx="261">
                    <c:v>2012-12</c:v>
                  </c:pt>
                  <c:pt idx="262">
                    <c:v>2013-01</c:v>
                  </c:pt>
                  <c:pt idx="263">
                    <c:v>2013-02</c:v>
                  </c:pt>
                  <c:pt idx="264">
                    <c:v>2013-03</c:v>
                  </c:pt>
                  <c:pt idx="265">
                    <c:v>2013-04</c:v>
                  </c:pt>
                  <c:pt idx="266">
                    <c:v>2013-05</c:v>
                  </c:pt>
                  <c:pt idx="267">
                    <c:v>2013-06</c:v>
                  </c:pt>
                  <c:pt idx="268">
                    <c:v>2013-07</c:v>
                  </c:pt>
                  <c:pt idx="269">
                    <c:v>2013-08</c:v>
                  </c:pt>
                  <c:pt idx="270">
                    <c:v>2013-09</c:v>
                  </c:pt>
                  <c:pt idx="271">
                    <c:v>2013-10</c:v>
                  </c:pt>
                  <c:pt idx="272">
                    <c:v>2013-11</c:v>
                  </c:pt>
                  <c:pt idx="273">
                    <c:v>2013-12</c:v>
                  </c:pt>
                  <c:pt idx="274">
                    <c:v>2014-01</c:v>
                  </c:pt>
                  <c:pt idx="275">
                    <c:v>2014-02</c:v>
                  </c:pt>
                  <c:pt idx="276">
                    <c:v>2014-03</c:v>
                  </c:pt>
                  <c:pt idx="277">
                    <c:v>2014-04</c:v>
                  </c:pt>
                  <c:pt idx="278">
                    <c:v>2014-05</c:v>
                  </c:pt>
                  <c:pt idx="279">
                    <c:v>2014-06</c:v>
                  </c:pt>
                  <c:pt idx="280">
                    <c:v>2014-07</c:v>
                  </c:pt>
                  <c:pt idx="281">
                    <c:v>2014-08</c:v>
                  </c:pt>
                  <c:pt idx="282">
                    <c:v>2014-09</c:v>
                  </c:pt>
                  <c:pt idx="283">
                    <c:v>2014-10</c:v>
                  </c:pt>
                  <c:pt idx="284">
                    <c:v>2014-11</c:v>
                  </c:pt>
                  <c:pt idx="285">
                    <c:v>2014-12</c:v>
                  </c:pt>
                  <c:pt idx="286">
                    <c:v>2015-01</c:v>
                  </c:pt>
                  <c:pt idx="287">
                    <c:v>2015-02</c:v>
                  </c:pt>
                  <c:pt idx="288">
                    <c:v>2015-03</c:v>
                  </c:pt>
                  <c:pt idx="289">
                    <c:v>2015-04</c:v>
                  </c:pt>
                  <c:pt idx="290">
                    <c:v>2015-05</c:v>
                  </c:pt>
                  <c:pt idx="291">
                    <c:v>2015-06</c:v>
                  </c:pt>
                  <c:pt idx="292">
                    <c:v>2015-07</c:v>
                  </c:pt>
                  <c:pt idx="293">
                    <c:v>2015-08</c:v>
                  </c:pt>
                  <c:pt idx="294">
                    <c:v>2015-09</c:v>
                  </c:pt>
                  <c:pt idx="295">
                    <c:v>2015-10</c:v>
                  </c:pt>
                  <c:pt idx="296">
                    <c:v>2015-11</c:v>
                  </c:pt>
                  <c:pt idx="297">
                    <c:v>2015-12</c:v>
                  </c:pt>
                  <c:pt idx="298">
                    <c:v>2016-01</c:v>
                  </c:pt>
                  <c:pt idx="299">
                    <c:v>2016-02</c:v>
                  </c:pt>
                  <c:pt idx="300">
                    <c:v>2016-03</c:v>
                  </c:pt>
                  <c:pt idx="301">
                    <c:v>2016-04</c:v>
                  </c:pt>
                  <c:pt idx="302">
                    <c:v>2016-05</c:v>
                  </c:pt>
                  <c:pt idx="303">
                    <c:v>2016-06</c:v>
                  </c:pt>
                  <c:pt idx="304">
                    <c:v>2016-07</c:v>
                  </c:pt>
                  <c:pt idx="305">
                    <c:v>2016-08</c:v>
                  </c:pt>
                  <c:pt idx="306">
                    <c:v>2016-09</c:v>
                  </c:pt>
                  <c:pt idx="307">
                    <c:v>2016-10</c:v>
                  </c:pt>
                  <c:pt idx="308">
                    <c:v>2016-11</c:v>
                  </c:pt>
                  <c:pt idx="309">
                    <c:v>2016-12</c:v>
                  </c:pt>
                  <c:pt idx="310">
                    <c:v>2017-01</c:v>
                  </c:pt>
                  <c:pt idx="311">
                    <c:v>2017-02</c:v>
                  </c:pt>
                  <c:pt idx="312">
                    <c:v>2017-03</c:v>
                  </c:pt>
                  <c:pt idx="313">
                    <c:v>2017-04</c:v>
                  </c:pt>
                  <c:pt idx="314">
                    <c:v>2017-05</c:v>
                  </c:pt>
                  <c:pt idx="315">
                    <c:v>2017-06</c:v>
                  </c:pt>
                  <c:pt idx="316">
                    <c:v>2017-07</c:v>
                  </c:pt>
                  <c:pt idx="317">
                    <c:v>2017-08</c:v>
                  </c:pt>
                  <c:pt idx="318">
                    <c:v>2017-09</c:v>
                  </c:pt>
                  <c:pt idx="319">
                    <c:v>2017-10</c:v>
                  </c:pt>
                  <c:pt idx="320">
                    <c:v>2017-11</c:v>
                  </c:pt>
                  <c:pt idx="321">
                    <c:v>2017-12</c:v>
                  </c:pt>
                  <c:pt idx="322">
                    <c:v>2018-01</c:v>
                  </c:pt>
                  <c:pt idx="323">
                    <c:v>2018-02</c:v>
                  </c:pt>
                  <c:pt idx="324">
                    <c:v>2018-03</c:v>
                  </c:pt>
                  <c:pt idx="325">
                    <c:v>2018-04</c:v>
                  </c:pt>
                  <c:pt idx="326">
                    <c:v>2018-05</c:v>
                  </c:pt>
                  <c:pt idx="327">
                    <c:v>2018-06</c:v>
                  </c:pt>
                  <c:pt idx="328">
                    <c:v>2018-07</c:v>
                  </c:pt>
                  <c:pt idx="329">
                    <c:v>2018-08</c:v>
                  </c:pt>
                  <c:pt idx="330">
                    <c:v>2018-09</c:v>
                  </c:pt>
                  <c:pt idx="331">
                    <c:v>2018-10</c:v>
                  </c:pt>
                  <c:pt idx="332">
                    <c:v>2018-11</c:v>
                  </c:pt>
                  <c:pt idx="333">
                    <c:v>2018-12</c:v>
                  </c:pt>
                  <c:pt idx="334">
                    <c:v>2019-01</c:v>
                  </c:pt>
                  <c:pt idx="335">
                    <c:v>2019-02</c:v>
                  </c:pt>
                  <c:pt idx="336">
                    <c:v>2019-03</c:v>
                  </c:pt>
                  <c:pt idx="337">
                    <c:v>2019-04</c:v>
                  </c:pt>
                  <c:pt idx="338">
                    <c:v>2019-05</c:v>
                  </c:pt>
                  <c:pt idx="339">
                    <c:v>2019-06</c:v>
                  </c:pt>
                  <c:pt idx="340">
                    <c:v>2019-07</c:v>
                  </c:pt>
                  <c:pt idx="341">
                    <c:v>2019-08</c:v>
                  </c:pt>
                  <c:pt idx="342">
                    <c:v>2019-09</c:v>
                  </c:pt>
                  <c:pt idx="343">
                    <c:v>2019-10</c:v>
                  </c:pt>
                  <c:pt idx="344">
                    <c:v>2019-11</c:v>
                  </c:pt>
                  <c:pt idx="345">
                    <c:v>2019-12</c:v>
                  </c:pt>
                  <c:pt idx="346">
                    <c:v>2020-01</c:v>
                  </c:pt>
                  <c:pt idx="347">
                    <c:v>2020-02</c:v>
                  </c:pt>
                  <c:pt idx="348">
                    <c:v>2020-03</c:v>
                  </c:pt>
                  <c:pt idx="349">
                    <c:v>2020-04</c:v>
                  </c:pt>
                  <c:pt idx="350">
                    <c:v>2020-05</c:v>
                  </c:pt>
                  <c:pt idx="351">
                    <c:v>2020-06</c:v>
                  </c:pt>
                  <c:pt idx="352">
                    <c:v>2020-07</c:v>
                  </c:pt>
                  <c:pt idx="353">
                    <c:v>2020-08</c:v>
                  </c:pt>
                  <c:pt idx="354">
                    <c:v>2020-09</c:v>
                  </c:pt>
                  <c:pt idx="355">
                    <c:v>2020-10</c:v>
                  </c:pt>
                  <c:pt idx="356">
                    <c:v>2020-11</c:v>
                  </c:pt>
                  <c:pt idx="357">
                    <c:v>2020-12</c:v>
                  </c:pt>
                  <c:pt idx="358">
                    <c:v>2021-01</c:v>
                  </c:pt>
                  <c:pt idx="359">
                    <c:v>2021-02</c:v>
                  </c:pt>
                  <c:pt idx="360">
                    <c:v>2021-03</c:v>
                  </c:pt>
                  <c:pt idx="361">
                    <c:v>2021-04</c:v>
                  </c:pt>
                  <c:pt idx="362">
                    <c:v>2021-05</c:v>
                  </c:pt>
                  <c:pt idx="363">
                    <c:v>2021-06</c:v>
                  </c:pt>
                  <c:pt idx="364">
                    <c:v>2021-07</c:v>
                  </c:pt>
                  <c:pt idx="365">
                    <c:v>2021-08</c:v>
                  </c:pt>
                  <c:pt idx="366">
                    <c:v>2021-09</c:v>
                  </c:pt>
                  <c:pt idx="367">
                    <c:v>2021-10</c:v>
                  </c:pt>
                  <c:pt idx="368">
                    <c:v>2021-11</c:v>
                  </c:pt>
                  <c:pt idx="369">
                    <c:v>2021-12</c:v>
                  </c:pt>
                  <c:pt idx="370">
                    <c:v>2022-01</c:v>
                  </c:pt>
                  <c:pt idx="371">
                    <c:v>2022-02</c:v>
                  </c:pt>
                  <c:pt idx="372">
                    <c:v>2022-03</c:v>
                  </c:pt>
                  <c:pt idx="373">
                    <c:v>2022-04</c:v>
                  </c:pt>
                  <c:pt idx="374">
                    <c:v>2022-05</c:v>
                  </c:pt>
                  <c:pt idx="375">
                    <c:v>2022-06</c:v>
                  </c:pt>
                  <c:pt idx="376">
                    <c:v>2022-07</c:v>
                  </c:pt>
                  <c:pt idx="377">
                    <c:v>2022-08</c:v>
                  </c:pt>
                  <c:pt idx="378">
                    <c:v>2022-09</c:v>
                  </c:pt>
                  <c:pt idx="379">
                    <c:v>2022-10</c:v>
                  </c:pt>
                  <c:pt idx="380">
                    <c:v>2022-11</c:v>
                  </c:pt>
                  <c:pt idx="381">
                    <c:v>2022-12</c:v>
                  </c:pt>
                </c:lvl>
              </c:multiLvlStrCache>
            </c:multiLvlStrRef>
          </c:cat>
          <c:val>
            <c:numRef>
              <c:f>Sheet1!$B$2:$B$383</c:f>
              <c:numCache>
                <c:formatCode>General</c:formatCode>
                <c:ptCount val="382"/>
                <c:pt idx="0">
                  <c:v>100.79</c:v>
                </c:pt>
                <c:pt idx="1">
                  <c:v>100.17</c:v>
                </c:pt>
                <c:pt idx="2">
                  <c:v>103.22</c:v>
                </c:pt>
                <c:pt idx="3">
                  <c:v>98.24</c:v>
                </c:pt>
                <c:pt idx="4">
                  <c:v>102.24</c:v>
                </c:pt>
                <c:pt idx="5">
                  <c:v>104.44</c:v>
                </c:pt>
                <c:pt idx="6">
                  <c:v>103.3</c:v>
                </c:pt>
                <c:pt idx="7">
                  <c:v>104.02</c:v>
                </c:pt>
                <c:pt idx="8">
                  <c:v>100.23</c:v>
                </c:pt>
                <c:pt idx="9">
                  <c:v>102.75</c:v>
                </c:pt>
                <c:pt idx="10">
                  <c:v>105.3</c:v>
                </c:pt>
                <c:pt idx="11">
                  <c:v>107.92</c:v>
                </c:pt>
                <c:pt idx="12">
                  <c:v>105.3</c:v>
                </c:pt>
                <c:pt idx="13">
                  <c:v>106.91</c:v>
                </c:pt>
                <c:pt idx="14">
                  <c:v>109.69</c:v>
                </c:pt>
                <c:pt idx="15">
                  <c:v>106.82</c:v>
                </c:pt>
                <c:pt idx="16">
                  <c:v>104.75</c:v>
                </c:pt>
                <c:pt idx="17">
                  <c:v>103.77</c:v>
                </c:pt>
                <c:pt idx="18">
                  <c:v>103.8</c:v>
                </c:pt>
                <c:pt idx="19">
                  <c:v>106.53</c:v>
                </c:pt>
                <c:pt idx="20">
                  <c:v>107.84</c:v>
                </c:pt>
                <c:pt idx="21">
                  <c:v>108.12</c:v>
                </c:pt>
                <c:pt idx="22">
                  <c:v>108.55</c:v>
                </c:pt>
                <c:pt idx="23">
                  <c:v>110.18</c:v>
                </c:pt>
                <c:pt idx="24">
                  <c:v>111.85</c:v>
                </c:pt>
                <c:pt idx="25">
                  <c:v>112.39</c:v>
                </c:pt>
                <c:pt idx="26">
                  <c:v>114.98</c:v>
                </c:pt>
                <c:pt idx="27">
                  <c:v>115.58</c:v>
                </c:pt>
                <c:pt idx="28">
                  <c:v>117.78</c:v>
                </c:pt>
                <c:pt idx="29">
                  <c:v>123.92</c:v>
                </c:pt>
                <c:pt idx="30">
                  <c:v>121.88</c:v>
                </c:pt>
                <c:pt idx="31">
                  <c:v>128.4</c:v>
                </c:pt>
                <c:pt idx="32">
                  <c:v>123.72</c:v>
                </c:pt>
                <c:pt idx="33">
                  <c:v>133.14</c:v>
                </c:pt>
                <c:pt idx="34">
                  <c:v>136.29</c:v>
                </c:pt>
                <c:pt idx="35">
                  <c:v>130.68</c:v>
                </c:pt>
                <c:pt idx="36">
                  <c:v>123.46</c:v>
                </c:pt>
                <c:pt idx="37">
                  <c:v>123.77</c:v>
                </c:pt>
                <c:pt idx="38">
                  <c:v>124.32</c:v>
                </c:pt>
                <c:pt idx="39">
                  <c:v>120.24</c:v>
                </c:pt>
                <c:pt idx="40">
                  <c:v>120.24</c:v>
                </c:pt>
                <c:pt idx="41">
                  <c:v>121.66</c:v>
                </c:pt>
                <c:pt idx="42">
                  <c:v>117.88</c:v>
                </c:pt>
                <c:pt idx="43">
                  <c:v>118.43</c:v>
                </c:pt>
                <c:pt idx="44">
                  <c:v>116.68</c:v>
                </c:pt>
                <c:pt idx="45">
                  <c:v>116.68</c:v>
                </c:pt>
                <c:pt idx="46">
                  <c:v>117.15</c:v>
                </c:pt>
                <c:pt idx="47">
                  <c:v>118.95</c:v>
                </c:pt>
                <c:pt idx="48">
                  <c:v>120.43</c:v>
                </c:pt>
                <c:pt idx="49">
                  <c:v>122.14</c:v>
                </c:pt>
                <c:pt idx="50">
                  <c:v>124.46</c:v>
                </c:pt>
                <c:pt idx="51">
                  <c:v>125.17</c:v>
                </c:pt>
                <c:pt idx="52">
                  <c:v>129.74</c:v>
                </c:pt>
                <c:pt idx="53">
                  <c:v>128.97</c:v>
                </c:pt>
                <c:pt idx="54">
                  <c:v>130.77</c:v>
                </c:pt>
                <c:pt idx="55">
                  <c:v>129.74</c:v>
                </c:pt>
                <c:pt idx="56">
                  <c:v>134.55</c:v>
                </c:pt>
                <c:pt idx="57">
                  <c:v>136.59</c:v>
                </c:pt>
                <c:pt idx="58">
                  <c:v>144.06</c:v>
                </c:pt>
                <c:pt idx="59">
                  <c:v>143.8</c:v>
                </c:pt>
                <c:pt idx="60">
                  <c:v>144.96</c:v>
                </c:pt>
                <c:pt idx="61">
                  <c:v>149</c:v>
                </c:pt>
                <c:pt idx="62">
                  <c:v>150.06</c:v>
                </c:pt>
                <c:pt idx="63">
                  <c:v>148.9</c:v>
                </c:pt>
                <c:pt idx="64">
                  <c:v>142.87</c:v>
                </c:pt>
                <c:pt idx="65">
                  <c:v>145.3</c:v>
                </c:pt>
                <c:pt idx="66">
                  <c:v>150.56</c:v>
                </c:pt>
                <c:pt idx="67">
                  <c:v>152.92</c:v>
                </c:pt>
                <c:pt idx="68">
                  <c:v>161.5</c:v>
                </c:pt>
                <c:pt idx="69">
                  <c:v>161.54</c:v>
                </c:pt>
                <c:pt idx="70">
                  <c:v>167.86</c:v>
                </c:pt>
                <c:pt idx="71">
                  <c:v>169.78</c:v>
                </c:pt>
                <c:pt idx="72">
                  <c:v>167.44</c:v>
                </c:pt>
                <c:pt idx="73">
                  <c:v>170.19</c:v>
                </c:pt>
                <c:pt idx="74">
                  <c:v>179.92</c:v>
                </c:pt>
                <c:pt idx="75">
                  <c:v>186.58</c:v>
                </c:pt>
                <c:pt idx="76">
                  <c:v>200.12</c:v>
                </c:pt>
                <c:pt idx="77">
                  <c:v>185.79</c:v>
                </c:pt>
                <c:pt idx="78">
                  <c:v>196.88</c:v>
                </c:pt>
                <c:pt idx="79">
                  <c:v>180.74</c:v>
                </c:pt>
                <c:pt idx="80">
                  <c:v>185.11</c:v>
                </c:pt>
                <c:pt idx="81">
                  <c:v>189.02</c:v>
                </c:pt>
                <c:pt idx="82">
                  <c:v>194.63</c:v>
                </c:pt>
                <c:pt idx="83">
                  <c:v>203.83</c:v>
                </c:pt>
                <c:pt idx="84">
                  <c:v>212.4</c:v>
                </c:pt>
                <c:pt idx="85">
                  <c:v>214.92</c:v>
                </c:pt>
                <c:pt idx="86">
                  <c:v>215.12</c:v>
                </c:pt>
                <c:pt idx="87">
                  <c:v>218.12</c:v>
                </c:pt>
                <c:pt idx="88">
                  <c:v>217.74</c:v>
                </c:pt>
                <c:pt idx="89">
                  <c:v>197.5</c:v>
                </c:pt>
                <c:pt idx="90">
                  <c:v>195.82</c:v>
                </c:pt>
                <c:pt idx="91">
                  <c:v>193.74</c:v>
                </c:pt>
                <c:pt idx="92">
                  <c:v>198.05</c:v>
                </c:pt>
                <c:pt idx="93">
                  <c:v>209.63</c:v>
                </c:pt>
                <c:pt idx="94">
                  <c:v>217.39</c:v>
                </c:pt>
                <c:pt idx="95">
                  <c:v>212.95</c:v>
                </c:pt>
                <c:pt idx="96">
                  <c:v>223.17</c:v>
                </c:pt>
                <c:pt idx="97">
                  <c:v>239.13</c:v>
                </c:pt>
                <c:pt idx="98">
                  <c:v>228.46</c:v>
                </c:pt>
                <c:pt idx="99">
                  <c:v>243.52</c:v>
                </c:pt>
                <c:pt idx="100">
                  <c:v>243.54</c:v>
                </c:pt>
                <c:pt idx="101">
                  <c:v>244.93</c:v>
                </c:pt>
                <c:pt idx="102">
                  <c:v>237.28</c:v>
                </c:pt>
                <c:pt idx="103">
                  <c:v>246.12</c:v>
                </c:pt>
                <c:pt idx="104">
                  <c:v>264.64</c:v>
                </c:pt>
                <c:pt idx="105">
                  <c:v>288.72</c:v>
                </c:pt>
                <c:pt idx="106">
                  <c:v>279.96</c:v>
                </c:pt>
                <c:pt idx="107">
                  <c:v>289.1</c:v>
                </c:pt>
                <c:pt idx="108">
                  <c:v>296.16</c:v>
                </c:pt>
                <c:pt idx="109">
                  <c:v>282.92</c:v>
                </c:pt>
                <c:pt idx="110">
                  <c:v>278.47</c:v>
                </c:pt>
                <c:pt idx="111">
                  <c:v>285.02</c:v>
                </c:pt>
                <c:pt idx="112">
                  <c:v>287.07</c:v>
                </c:pt>
                <c:pt idx="113">
                  <c:v>295.77</c:v>
                </c:pt>
                <c:pt idx="114">
                  <c:v>279.84</c:v>
                </c:pt>
                <c:pt idx="115">
                  <c:v>278.75</c:v>
                </c:pt>
                <c:pt idx="116">
                  <c:v>271.71</c:v>
                </c:pt>
                <c:pt idx="117">
                  <c:v>273.29</c:v>
                </c:pt>
                <c:pt idx="118">
                  <c:v>276.52</c:v>
                </c:pt>
                <c:pt idx="119">
                  <c:v>273.95</c:v>
                </c:pt>
                <c:pt idx="120">
                  <c:v>272.74</c:v>
                </c:pt>
                <c:pt idx="121">
                  <c:v>274.16</c:v>
                </c:pt>
                <c:pt idx="122">
                  <c:v>275.11</c:v>
                </c:pt>
                <c:pt idx="123">
                  <c:v>274.87</c:v>
                </c:pt>
                <c:pt idx="124">
                  <c:v>271.83</c:v>
                </c:pt>
                <c:pt idx="125">
                  <c:v>272.95</c:v>
                </c:pt>
                <c:pt idx="126">
                  <c:v>276.1</c:v>
                </c:pt>
                <c:pt idx="127">
                  <c:v>275.62</c:v>
                </c:pt>
                <c:pt idx="128">
                  <c:v>275.72</c:v>
                </c:pt>
                <c:pt idx="129">
                  <c:v>278.89</c:v>
                </c:pt>
                <c:pt idx="130">
                  <c:v>282.13</c:v>
                </c:pt>
                <c:pt idx="131">
                  <c:v>285.76</c:v>
                </c:pt>
                <c:pt idx="132">
                  <c:v>289.4</c:v>
                </c:pt>
                <c:pt idx="133">
                  <c:v>285.36</c:v>
                </c:pt>
                <c:pt idx="134">
                  <c:v>284.84</c:v>
                </c:pt>
                <c:pt idx="135">
                  <c:v>274.78</c:v>
                </c:pt>
                <c:pt idx="136">
                  <c:v>273.07</c:v>
                </c:pt>
                <c:pt idx="137">
                  <c:v>274.76</c:v>
                </c:pt>
                <c:pt idx="138">
                  <c:v>273.25</c:v>
                </c:pt>
                <c:pt idx="139">
                  <c:v>273.65</c:v>
                </c:pt>
                <c:pt idx="140">
                  <c:v>274.11</c:v>
                </c:pt>
                <c:pt idx="141">
                  <c:v>276.74</c:v>
                </c:pt>
                <c:pt idx="142">
                  <c:v>278.02</c:v>
                </c:pt>
                <c:pt idx="143">
                  <c:v>276.99</c:v>
                </c:pt>
                <c:pt idx="144">
                  <c:v>276.1</c:v>
                </c:pt>
                <c:pt idx="145">
                  <c:v>276.56</c:v>
                </c:pt>
                <c:pt idx="146">
                  <c:v>280.98</c:v>
                </c:pt>
                <c:pt idx="147">
                  <c:v>280.51</c:v>
                </c:pt>
                <c:pt idx="148">
                  <c:v>289.31</c:v>
                </c:pt>
                <c:pt idx="149">
                  <c:v>299.29</c:v>
                </c:pt>
                <c:pt idx="150">
                  <c:v>294.78</c:v>
                </c:pt>
                <c:pt idx="151">
                  <c:v>312.42</c:v>
                </c:pt>
                <c:pt idx="152">
                  <c:v>315.26</c:v>
                </c:pt>
                <c:pt idx="153">
                  <c:v>328.68</c:v>
                </c:pt>
                <c:pt idx="154">
                  <c:v>335.53</c:v>
                </c:pt>
                <c:pt idx="155">
                  <c:v>341.89</c:v>
                </c:pt>
                <c:pt idx="156">
                  <c:v>339.85</c:v>
                </c:pt>
                <c:pt idx="157">
                  <c:v>330.59</c:v>
                </c:pt>
                <c:pt idx="158">
                  <c:v>331.5</c:v>
                </c:pt>
                <c:pt idx="159">
                  <c:v>336.34</c:v>
                </c:pt>
                <c:pt idx="160">
                  <c:v>328.22</c:v>
                </c:pt>
                <c:pt idx="161">
                  <c:v>328.29</c:v>
                </c:pt>
                <c:pt idx="162">
                  <c:v>333.06</c:v>
                </c:pt>
                <c:pt idx="163">
                  <c:v>338.2</c:v>
                </c:pt>
                <c:pt idx="164">
                  <c:v>351.07</c:v>
                </c:pt>
                <c:pt idx="165">
                  <c:v>359.45</c:v>
                </c:pt>
                <c:pt idx="166">
                  <c:v>358.09</c:v>
                </c:pt>
                <c:pt idx="167">
                  <c:v>370.15</c:v>
                </c:pt>
                <c:pt idx="168">
                  <c:v>362.75</c:v>
                </c:pt>
                <c:pt idx="169">
                  <c:v>355.9</c:v>
                </c:pt>
                <c:pt idx="170">
                  <c:v>364.13</c:v>
                </c:pt>
                <c:pt idx="171">
                  <c:v>370.38</c:v>
                </c:pt>
                <c:pt idx="172">
                  <c:v>385.04</c:v>
                </c:pt>
                <c:pt idx="173">
                  <c:v>387.53</c:v>
                </c:pt>
                <c:pt idx="174">
                  <c:v>403.78</c:v>
                </c:pt>
                <c:pt idx="175">
                  <c:v>391.49</c:v>
                </c:pt>
                <c:pt idx="176">
                  <c:v>409.72</c:v>
                </c:pt>
                <c:pt idx="177">
                  <c:v>421.75</c:v>
                </c:pt>
                <c:pt idx="178">
                  <c:v>442.81</c:v>
                </c:pt>
                <c:pt idx="179">
                  <c:v>441.37</c:v>
                </c:pt>
                <c:pt idx="180">
                  <c:v>450.88</c:v>
                </c:pt>
                <c:pt idx="181">
                  <c:v>463.48</c:v>
                </c:pt>
                <c:pt idx="182">
                  <c:v>442.43</c:v>
                </c:pt>
                <c:pt idx="183">
                  <c:v>443.04</c:v>
                </c:pt>
                <c:pt idx="184">
                  <c:v>448.24</c:v>
                </c:pt>
                <c:pt idx="185">
                  <c:v>455.83</c:v>
                </c:pt>
                <c:pt idx="186">
                  <c:v>459.43</c:v>
                </c:pt>
                <c:pt idx="187">
                  <c:v>474.49</c:v>
                </c:pt>
                <c:pt idx="188">
                  <c:v>485.68</c:v>
                </c:pt>
                <c:pt idx="189">
                  <c:v>497.44</c:v>
                </c:pt>
                <c:pt idx="190">
                  <c:v>504.47</c:v>
                </c:pt>
                <c:pt idx="191">
                  <c:v>502.74</c:v>
                </c:pt>
                <c:pt idx="192">
                  <c:v>510.39</c:v>
                </c:pt>
                <c:pt idx="193">
                  <c:v>529.61</c:v>
                </c:pt>
                <c:pt idx="194">
                  <c:v>545.7</c:v>
                </c:pt>
                <c:pt idx="195">
                  <c:v>547.9</c:v>
                </c:pt>
                <c:pt idx="196">
                  <c:v>545.9</c:v>
                </c:pt>
                <c:pt idx="197">
                  <c:v>547.32</c:v>
                </c:pt>
                <c:pt idx="198">
                  <c:v>573.58</c:v>
                </c:pt>
                <c:pt idx="199">
                  <c:v>599.34</c:v>
                </c:pt>
                <c:pt idx="200">
                  <c:v>577.84</c:v>
                </c:pt>
                <c:pt idx="201">
                  <c:v>577.8</c:v>
                </c:pt>
                <c:pt idx="202">
                  <c:v>534.18</c:v>
                </c:pt>
                <c:pt idx="203">
                  <c:v>543.19</c:v>
                </c:pt>
                <c:pt idx="204">
                  <c:v>542.23</c:v>
                </c:pt>
                <c:pt idx="205">
                  <c:v>541.8</c:v>
                </c:pt>
                <c:pt idx="206">
                  <c:v>542.08</c:v>
                </c:pt>
                <c:pt idx="207">
                  <c:v>538.56</c:v>
                </c:pt>
                <c:pt idx="208">
                  <c:v>535.91</c:v>
                </c:pt>
                <c:pt idx="209">
                  <c:v>534.25</c:v>
                </c:pt>
                <c:pt idx="210">
                  <c:v>535.14</c:v>
                </c:pt>
                <c:pt idx="211">
                  <c:v>534.53</c:v>
                </c:pt>
                <c:pt idx="212">
                  <c:v>539.1</c:v>
                </c:pt>
                <c:pt idx="213">
                  <c:v>543.43</c:v>
                </c:pt>
                <c:pt idx="214">
                  <c:v>540.54</c:v>
                </c:pt>
                <c:pt idx="215">
                  <c:v>540.79</c:v>
                </c:pt>
                <c:pt idx="216">
                  <c:v>541.68</c:v>
                </c:pt>
                <c:pt idx="217">
                  <c:v>538.62</c:v>
                </c:pt>
                <c:pt idx="218">
                  <c:v>540.43</c:v>
                </c:pt>
                <c:pt idx="219">
                  <c:v>534.46</c:v>
                </c:pt>
                <c:pt idx="220">
                  <c:v>555.97</c:v>
                </c:pt>
                <c:pt idx="221">
                  <c:v>565.63</c:v>
                </c:pt>
                <c:pt idx="222">
                  <c:v>588.75</c:v>
                </c:pt>
                <c:pt idx="223">
                  <c:v>575.76</c:v>
                </c:pt>
                <c:pt idx="224">
                  <c:v>589.26</c:v>
                </c:pt>
                <c:pt idx="225">
                  <c:v>610.48</c:v>
                </c:pt>
                <c:pt idx="226">
                  <c:v>582.3</c:v>
                </c:pt>
                <c:pt idx="227">
                  <c:v>591.84</c:v>
                </c:pt>
                <c:pt idx="228">
                  <c:v>625.55</c:v>
                </c:pt>
                <c:pt idx="229">
                  <c:v>627.63</c:v>
                </c:pt>
                <c:pt idx="230">
                  <c:v>586.47</c:v>
                </c:pt>
                <c:pt idx="231">
                  <c:v>580.68</c:v>
                </c:pt>
                <c:pt idx="232">
                  <c:v>578.65</c:v>
                </c:pt>
                <c:pt idx="233">
                  <c:v>567.18</c:v>
                </c:pt>
                <c:pt idx="234">
                  <c:v>583.41</c:v>
                </c:pt>
                <c:pt idx="235">
                  <c:v>595.45</c:v>
                </c:pt>
                <c:pt idx="236">
                  <c:v>587.64</c:v>
                </c:pt>
                <c:pt idx="237">
                  <c:v>610.02</c:v>
                </c:pt>
                <c:pt idx="238">
                  <c:v>614.21</c:v>
                </c:pt>
                <c:pt idx="239">
                  <c:v>623.63</c:v>
                </c:pt>
                <c:pt idx="240">
                  <c:v>622.81</c:v>
                </c:pt>
                <c:pt idx="241">
                  <c:v>640.66</c:v>
                </c:pt>
                <c:pt idx="242">
                  <c:v>626.8</c:v>
                </c:pt>
                <c:pt idx="243">
                  <c:v>616.17</c:v>
                </c:pt>
                <c:pt idx="244">
                  <c:v>610.01</c:v>
                </c:pt>
                <c:pt idx="245">
                  <c:v>584.49</c:v>
                </c:pt>
                <c:pt idx="246">
                  <c:v>582.68</c:v>
                </c:pt>
                <c:pt idx="247">
                  <c:v>584.12</c:v>
                </c:pt>
                <c:pt idx="248">
                  <c:v>586.77</c:v>
                </c:pt>
                <c:pt idx="249">
                  <c:v>584.73</c:v>
                </c:pt>
                <c:pt idx="250">
                  <c:v>586.68</c:v>
                </c:pt>
                <c:pt idx="251">
                  <c:v>588.48</c:v>
                </c:pt>
                <c:pt idx="252">
                  <c:v>586.38</c:v>
                </c:pt>
                <c:pt idx="253">
                  <c:v>580.35</c:v>
                </c:pt>
                <c:pt idx="254">
                  <c:v>554.87</c:v>
                </c:pt>
                <c:pt idx="255">
                  <c:v>557.12</c:v>
                </c:pt>
                <c:pt idx="256">
                  <c:v>560.86</c:v>
                </c:pt>
                <c:pt idx="257">
                  <c:v>564.71</c:v>
                </c:pt>
                <c:pt idx="258">
                  <c:v>573.04</c:v>
                </c:pt>
                <c:pt idx="259">
                  <c:v>572.06</c:v>
                </c:pt>
                <c:pt idx="260">
                  <c:v>579.51</c:v>
                </c:pt>
                <c:pt idx="261">
                  <c:v>594.2</c:v>
                </c:pt>
                <c:pt idx="262">
                  <c:v>614.22</c:v>
                </c:pt>
                <c:pt idx="263">
                  <c:v>618.58</c:v>
                </c:pt>
                <c:pt idx="264">
                  <c:v>623.02</c:v>
                </c:pt>
                <c:pt idx="265">
                  <c:v>635.88</c:v>
                </c:pt>
                <c:pt idx="266">
                  <c:v>636.11</c:v>
                </c:pt>
                <c:pt idx="267">
                  <c:v>617.11</c:v>
                </c:pt>
                <c:pt idx="268">
                  <c:v>639.88</c:v>
                </c:pt>
                <c:pt idx="269">
                  <c:v>632.4</c:v>
                </c:pt>
                <c:pt idx="270">
                  <c:v>651.11</c:v>
                </c:pt>
                <c:pt idx="271">
                  <c:v>668.95</c:v>
                </c:pt>
                <c:pt idx="272">
                  <c:v>680.52</c:v>
                </c:pt>
                <c:pt idx="273">
                  <c:v>689.44</c:v>
                </c:pt>
                <c:pt idx="274">
                  <c:v>663.33</c:v>
                </c:pt>
                <c:pt idx="275">
                  <c:v>676.8</c:v>
                </c:pt>
                <c:pt idx="276">
                  <c:v>675.24</c:v>
                </c:pt>
                <c:pt idx="277">
                  <c:v>679.84</c:v>
                </c:pt>
                <c:pt idx="278">
                  <c:v>690.26</c:v>
                </c:pt>
                <c:pt idx="279">
                  <c:v>693.66</c:v>
                </c:pt>
                <c:pt idx="280">
                  <c:v>693.56</c:v>
                </c:pt>
                <c:pt idx="281">
                  <c:v>703.77</c:v>
                </c:pt>
                <c:pt idx="282">
                  <c:v>686.7</c:v>
                </c:pt>
                <c:pt idx="283">
                  <c:v>684.13</c:v>
                </c:pt>
                <c:pt idx="284">
                  <c:v>688.04</c:v>
                </c:pt>
                <c:pt idx="285">
                  <c:v>683.31</c:v>
                </c:pt>
                <c:pt idx="286">
                  <c:v>687.99</c:v>
                </c:pt>
                <c:pt idx="287">
                  <c:v>706.09</c:v>
                </c:pt>
                <c:pt idx="288">
                  <c:v>706.38</c:v>
                </c:pt>
                <c:pt idx="289">
                  <c:v>712.82</c:v>
                </c:pt>
                <c:pt idx="290">
                  <c:v>710.21</c:v>
                </c:pt>
                <c:pt idx="291">
                  <c:v>688.52</c:v>
                </c:pt>
                <c:pt idx="292">
                  <c:v>695.71</c:v>
                </c:pt>
                <c:pt idx="293">
                  <c:v>662.9</c:v>
                </c:pt>
                <c:pt idx="294">
                  <c:v>650.66</c:v>
                </c:pt>
                <c:pt idx="295">
                  <c:v>651.13</c:v>
                </c:pt>
                <c:pt idx="296">
                  <c:v>663.43</c:v>
                </c:pt>
                <c:pt idx="297">
                  <c:v>659.06</c:v>
                </c:pt>
                <c:pt idx="298">
                  <c:v>646.83</c:v>
                </c:pt>
                <c:pt idx="299">
                  <c:v>655.3</c:v>
                </c:pt>
                <c:pt idx="300">
                  <c:v>653.91</c:v>
                </c:pt>
                <c:pt idx="301">
                  <c:v>658.8</c:v>
                </c:pt>
                <c:pt idx="302">
                  <c:v>667.54</c:v>
                </c:pt>
                <c:pt idx="303">
                  <c:v>683.86</c:v>
                </c:pt>
                <c:pt idx="304">
                  <c:v>695.36</c:v>
                </c:pt>
                <c:pt idx="305">
                  <c:v>690.8</c:v>
                </c:pt>
                <c:pt idx="306">
                  <c:v>700.42</c:v>
                </c:pt>
                <c:pt idx="307">
                  <c:v>699.44</c:v>
                </c:pt>
                <c:pt idx="308">
                  <c:v>700.04</c:v>
                </c:pt>
                <c:pt idx="309">
                  <c:v>728.41</c:v>
                </c:pt>
                <c:pt idx="310">
                  <c:v>737.87</c:v>
                </c:pt>
                <c:pt idx="311">
                  <c:v>761.63</c:v>
                </c:pt>
                <c:pt idx="312">
                  <c:v>772.95</c:v>
                </c:pt>
                <c:pt idx="313">
                  <c:v>793.7</c:v>
                </c:pt>
                <c:pt idx="314">
                  <c:v>838.23</c:v>
                </c:pt>
                <c:pt idx="315">
                  <c:v>839.17</c:v>
                </c:pt>
                <c:pt idx="316">
                  <c:v>857.66</c:v>
                </c:pt>
                <c:pt idx="317">
                  <c:v>888.69</c:v>
                </c:pt>
                <c:pt idx="318">
                  <c:v>886.45</c:v>
                </c:pt>
                <c:pt idx="319">
                  <c:v>938.46</c:v>
                </c:pt>
                <c:pt idx="320">
                  <c:v>968.6</c:v>
                </c:pt>
                <c:pt idx="321">
                  <c:v>1011.56</c:v>
                </c:pt>
                <c:pt idx="322">
                  <c:v>1022.78</c:v>
                </c:pt>
                <c:pt idx="323">
                  <c:v>1000.19</c:v>
                </c:pt>
                <c:pt idx="324">
                  <c:v>965.33</c:v>
                </c:pt>
                <c:pt idx="325">
                  <c:v>985.23</c:v>
                </c:pt>
                <c:pt idx="326">
                  <c:v>968.86</c:v>
                </c:pt>
                <c:pt idx="327">
                  <c:v>957.83</c:v>
                </c:pt>
                <c:pt idx="328">
                  <c:v>966.2</c:v>
                </c:pt>
                <c:pt idx="329">
                  <c:v>966.26</c:v>
                </c:pt>
                <c:pt idx="330">
                  <c:v>968.9</c:v>
                </c:pt>
                <c:pt idx="331">
                  <c:v>937.94</c:v>
                </c:pt>
                <c:pt idx="332">
                  <c:v>941.82</c:v>
                </c:pt>
                <c:pt idx="333">
                  <c:v>936.4</c:v>
                </c:pt>
                <c:pt idx="334">
                  <c:v>939.85</c:v>
                </c:pt>
                <c:pt idx="335">
                  <c:v>942.26</c:v>
                </c:pt>
                <c:pt idx="336">
                  <c:v>948.35</c:v>
                </c:pt>
                <c:pt idx="337">
                  <c:v>962.56</c:v>
                </c:pt>
                <c:pt idx="338">
                  <c:v>924.81</c:v>
                </c:pt>
                <c:pt idx="339">
                  <c:v>956.17</c:v>
                </c:pt>
                <c:pt idx="340">
                  <c:v>939.81</c:v>
                </c:pt>
                <c:pt idx="341">
                  <c:v>930.39</c:v>
                </c:pt>
                <c:pt idx="342">
                  <c:v>936.85</c:v>
                </c:pt>
                <c:pt idx="343">
                  <c:v>954.41</c:v>
                </c:pt>
                <c:pt idx="344">
                  <c:v>959.24</c:v>
                </c:pt>
                <c:pt idx="345">
                  <c:v>969.84</c:v>
                </c:pt>
                <c:pt idx="346">
                  <c:v>960.46</c:v>
                </c:pt>
                <c:pt idx="347">
                  <c:v>904.63</c:v>
                </c:pt>
                <c:pt idx="348">
                  <c:v>906.09</c:v>
                </c:pt>
                <c:pt idx="349">
                  <c:v>908.88</c:v>
                </c:pt>
                <c:pt idx="350">
                  <c:v>915.62</c:v>
                </c:pt>
                <c:pt idx="351">
                  <c:v>916.92</c:v>
                </c:pt>
                <c:pt idx="352">
                  <c:v>949.42</c:v>
                </c:pt>
                <c:pt idx="353">
                  <c:v>972.14</c:v>
                </c:pt>
                <c:pt idx="354">
                  <c:v>956.24</c:v>
                </c:pt>
                <c:pt idx="355">
                  <c:v>951.21</c:v>
                </c:pt>
                <c:pt idx="356">
                  <c:v>1011.56</c:v>
                </c:pt>
                <c:pt idx="357">
                  <c:v>1069.57</c:v>
                </c:pt>
                <c:pt idx="358">
                  <c:v>1079.92</c:v>
                </c:pt>
                <c:pt idx="359">
                  <c:v>1130.24</c:v>
                </c:pt>
                <c:pt idx="360">
                  <c:v>1179.09</c:v>
                </c:pt>
                <c:pt idx="361">
                  <c:v>1207.15</c:v>
                </c:pt>
                <c:pt idx="362">
                  <c:v>1194.06</c:v>
                </c:pt>
                <c:pt idx="363">
                  <c:v>1201.03</c:v>
                </c:pt>
                <c:pt idx="364">
                  <c:v>1205.24</c:v>
                </c:pt>
                <c:pt idx="365">
                  <c:v>1231.48</c:v>
                </c:pt>
                <c:pt idx="366">
                  <c:v>1203.32</c:v>
                </c:pt>
                <c:pt idx="367">
                  <c:v>1258.95</c:v>
                </c:pt>
                <c:pt idx="368">
                  <c:v>1238.47</c:v>
                </c:pt>
                <c:pt idx="369">
                  <c:v>1249.68</c:v>
                </c:pt>
                <c:pt idx="370">
                  <c:v>1221.42</c:v>
                </c:pt>
                <c:pt idx="371">
                  <c:v>1205.76</c:v>
                </c:pt>
                <c:pt idx="372">
                  <c:v>1202.9</c:v>
                </c:pt>
                <c:pt idx="373">
                  <c:v>1191.07</c:v>
                </c:pt>
                <c:pt idx="374">
                  <c:v>1187.71</c:v>
                </c:pt>
                <c:pt idx="375">
                  <c:v>1182.98</c:v>
                </c:pt>
                <c:pt idx="376">
                  <c:v>1182.53</c:v>
                </c:pt>
                <c:pt idx="377">
                  <c:v>1183.91</c:v>
                </c:pt>
                <c:pt idx="378">
                  <c:v>1179.67</c:v>
                </c:pt>
                <c:pt idx="379">
                  <c:v>1182.93</c:v>
                </c:pt>
                <c:pt idx="380">
                  <c:v>1186.64</c:v>
                </c:pt>
                <c:pt idx="381">
                  <c:v>1163.03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S&amp;P 500</c:v>
                </c:pt>
              </c:strCache>
            </c:strRef>
          </c:tx>
          <c:spPr>
            <a:solidFill>
              <a:srgbClr val="E09F1F"/>
            </a:solidFill>
            <a:ln w="28575" cap="flat">
              <a:solidFill>
                <a:srgbClr val="E09F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9F1F"/>
              </a:solidFill>
              <a:ln w="9525" cap="flat">
                <a:solidFill>
                  <a:srgbClr val="E09F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Sheet1!$A$2:$A$383</c:f>
              <c:multiLvlStrCache>
                <c:ptCount val="382"/>
                <c:lvl>
                  <c:pt idx="0">
                    <c:v>1991-03</c:v>
                  </c:pt>
                  <c:pt idx="1">
                    <c:v>1991-04</c:v>
                  </c:pt>
                  <c:pt idx="2">
                    <c:v>1991-05</c:v>
                  </c:pt>
                  <c:pt idx="3">
                    <c:v>1991-06</c:v>
                  </c:pt>
                  <c:pt idx="4">
                    <c:v>1991-07</c:v>
                  </c:pt>
                  <c:pt idx="5">
                    <c:v>1991-08</c:v>
                  </c:pt>
                  <c:pt idx="6">
                    <c:v>1991-09</c:v>
                  </c:pt>
                  <c:pt idx="7">
                    <c:v>1991-10</c:v>
                  </c:pt>
                  <c:pt idx="8">
                    <c:v>1991-11</c:v>
                  </c:pt>
                  <c:pt idx="9">
                    <c:v>1991-12</c:v>
                  </c:pt>
                  <c:pt idx="10">
                    <c:v>1992-01</c:v>
                  </c:pt>
                  <c:pt idx="11">
                    <c:v>1992-02</c:v>
                  </c:pt>
                  <c:pt idx="12">
                    <c:v>1992-03</c:v>
                  </c:pt>
                  <c:pt idx="13">
                    <c:v>1992-04</c:v>
                  </c:pt>
                  <c:pt idx="14">
                    <c:v>1992-05</c:v>
                  </c:pt>
                  <c:pt idx="15">
                    <c:v>1992-06</c:v>
                  </c:pt>
                  <c:pt idx="16">
                    <c:v>1992-07</c:v>
                  </c:pt>
                  <c:pt idx="17">
                    <c:v>1992-08</c:v>
                  </c:pt>
                  <c:pt idx="18">
                    <c:v>1992-09</c:v>
                  </c:pt>
                  <c:pt idx="19">
                    <c:v>1992-10</c:v>
                  </c:pt>
                  <c:pt idx="20">
                    <c:v>1992-11</c:v>
                  </c:pt>
                  <c:pt idx="21">
                    <c:v>1992-12</c:v>
                  </c:pt>
                  <c:pt idx="22">
                    <c:v>1993-01</c:v>
                  </c:pt>
                  <c:pt idx="23">
                    <c:v>1993-02</c:v>
                  </c:pt>
                  <c:pt idx="24">
                    <c:v>1993-03</c:v>
                  </c:pt>
                  <c:pt idx="25">
                    <c:v>1993-04</c:v>
                  </c:pt>
                  <c:pt idx="26">
                    <c:v>1993-05</c:v>
                  </c:pt>
                  <c:pt idx="27">
                    <c:v>1993-06</c:v>
                  </c:pt>
                  <c:pt idx="28">
                    <c:v>1993-07</c:v>
                  </c:pt>
                  <c:pt idx="29">
                    <c:v>1993-08</c:v>
                  </c:pt>
                  <c:pt idx="30">
                    <c:v>1993-09</c:v>
                  </c:pt>
                  <c:pt idx="31">
                    <c:v>1993-10</c:v>
                  </c:pt>
                  <c:pt idx="32">
                    <c:v>1993-11</c:v>
                  </c:pt>
                  <c:pt idx="33">
                    <c:v>1993-12</c:v>
                  </c:pt>
                  <c:pt idx="34">
                    <c:v>1994-01</c:v>
                  </c:pt>
                  <c:pt idx="35">
                    <c:v>1994-02</c:v>
                  </c:pt>
                  <c:pt idx="36">
                    <c:v>1994-03</c:v>
                  </c:pt>
                  <c:pt idx="37">
                    <c:v>1994-04</c:v>
                  </c:pt>
                  <c:pt idx="38">
                    <c:v>1994-05</c:v>
                  </c:pt>
                  <c:pt idx="39">
                    <c:v>1994-06</c:v>
                  </c:pt>
                  <c:pt idx="40">
                    <c:v>1994-07</c:v>
                  </c:pt>
                  <c:pt idx="41">
                    <c:v>1994-08</c:v>
                  </c:pt>
                  <c:pt idx="42">
                    <c:v>1994-09</c:v>
                  </c:pt>
                  <c:pt idx="43">
                    <c:v>1994-10</c:v>
                  </c:pt>
                  <c:pt idx="44">
                    <c:v>1994-11</c:v>
                  </c:pt>
                  <c:pt idx="45">
                    <c:v>1994-12</c:v>
                  </c:pt>
                  <c:pt idx="46">
                    <c:v>1995-01</c:v>
                  </c:pt>
                  <c:pt idx="47">
                    <c:v>1995-02</c:v>
                  </c:pt>
                  <c:pt idx="48">
                    <c:v>1995-03</c:v>
                  </c:pt>
                  <c:pt idx="49">
                    <c:v>1995-04</c:v>
                  </c:pt>
                  <c:pt idx="50">
                    <c:v>1995-05</c:v>
                  </c:pt>
                  <c:pt idx="51">
                    <c:v>1995-06</c:v>
                  </c:pt>
                  <c:pt idx="52">
                    <c:v>1995-07</c:v>
                  </c:pt>
                  <c:pt idx="53">
                    <c:v>1995-08</c:v>
                  </c:pt>
                  <c:pt idx="54">
                    <c:v>1995-09</c:v>
                  </c:pt>
                  <c:pt idx="55">
                    <c:v>1995-10</c:v>
                  </c:pt>
                  <c:pt idx="56">
                    <c:v>1995-11</c:v>
                  </c:pt>
                  <c:pt idx="57">
                    <c:v>1995-12</c:v>
                  </c:pt>
                  <c:pt idx="58">
                    <c:v>1996-01</c:v>
                  </c:pt>
                  <c:pt idx="59">
                    <c:v>1996-02</c:v>
                  </c:pt>
                  <c:pt idx="60">
                    <c:v>1996-03</c:v>
                  </c:pt>
                  <c:pt idx="61">
                    <c:v>1996-04</c:v>
                  </c:pt>
                  <c:pt idx="62">
                    <c:v>1996-05</c:v>
                  </c:pt>
                  <c:pt idx="63">
                    <c:v>1996-06</c:v>
                  </c:pt>
                  <c:pt idx="64">
                    <c:v>1996-07</c:v>
                  </c:pt>
                  <c:pt idx="65">
                    <c:v>1996-08</c:v>
                  </c:pt>
                  <c:pt idx="66">
                    <c:v>1996-09</c:v>
                  </c:pt>
                  <c:pt idx="67">
                    <c:v>1996-10</c:v>
                  </c:pt>
                  <c:pt idx="68">
                    <c:v>1996-11</c:v>
                  </c:pt>
                  <c:pt idx="69">
                    <c:v>1996-12</c:v>
                  </c:pt>
                  <c:pt idx="70">
                    <c:v>1997-01</c:v>
                  </c:pt>
                  <c:pt idx="71">
                    <c:v>1997-02</c:v>
                  </c:pt>
                  <c:pt idx="72">
                    <c:v>1997-03</c:v>
                  </c:pt>
                  <c:pt idx="73">
                    <c:v>1997-04</c:v>
                  </c:pt>
                  <c:pt idx="74">
                    <c:v>1997-05</c:v>
                  </c:pt>
                  <c:pt idx="75">
                    <c:v>1997-06</c:v>
                  </c:pt>
                  <c:pt idx="76">
                    <c:v>1997-07</c:v>
                  </c:pt>
                  <c:pt idx="77">
                    <c:v>1997-08</c:v>
                  </c:pt>
                  <c:pt idx="78">
                    <c:v>1997-09</c:v>
                  </c:pt>
                  <c:pt idx="79">
                    <c:v>1997-10</c:v>
                  </c:pt>
                  <c:pt idx="80">
                    <c:v>1997-11</c:v>
                  </c:pt>
                  <c:pt idx="81">
                    <c:v>1997-12</c:v>
                  </c:pt>
                  <c:pt idx="82">
                    <c:v>1998-01</c:v>
                  </c:pt>
                  <c:pt idx="83">
                    <c:v>1998-02</c:v>
                  </c:pt>
                  <c:pt idx="84">
                    <c:v>1998-03</c:v>
                  </c:pt>
                  <c:pt idx="85">
                    <c:v>1998-04</c:v>
                  </c:pt>
                  <c:pt idx="86">
                    <c:v>1998-05</c:v>
                  </c:pt>
                  <c:pt idx="87">
                    <c:v>1998-06</c:v>
                  </c:pt>
                  <c:pt idx="88">
                    <c:v>1998-07</c:v>
                  </c:pt>
                  <c:pt idx="89">
                    <c:v>1998-08</c:v>
                  </c:pt>
                  <c:pt idx="90">
                    <c:v>1998-09</c:v>
                  </c:pt>
                  <c:pt idx="91">
                    <c:v>1998-10</c:v>
                  </c:pt>
                  <c:pt idx="92">
                    <c:v>1998-11</c:v>
                  </c:pt>
                  <c:pt idx="93">
                    <c:v>1998-12</c:v>
                  </c:pt>
                  <c:pt idx="94">
                    <c:v>1999-01</c:v>
                  </c:pt>
                  <c:pt idx="95">
                    <c:v>1999-02</c:v>
                  </c:pt>
                  <c:pt idx="96">
                    <c:v>1999-03</c:v>
                  </c:pt>
                  <c:pt idx="97">
                    <c:v>1999-04</c:v>
                  </c:pt>
                  <c:pt idx="98">
                    <c:v>1999-05</c:v>
                  </c:pt>
                  <c:pt idx="99">
                    <c:v>1999-06</c:v>
                  </c:pt>
                  <c:pt idx="100">
                    <c:v>1999-07</c:v>
                  </c:pt>
                  <c:pt idx="101">
                    <c:v>1999-08</c:v>
                  </c:pt>
                  <c:pt idx="102">
                    <c:v>1999-09</c:v>
                  </c:pt>
                  <c:pt idx="103">
                    <c:v>1999-10</c:v>
                  </c:pt>
                  <c:pt idx="104">
                    <c:v>1999-11</c:v>
                  </c:pt>
                  <c:pt idx="105">
                    <c:v>1999-12</c:v>
                  </c:pt>
                  <c:pt idx="106">
                    <c:v>2000-01</c:v>
                  </c:pt>
                  <c:pt idx="107">
                    <c:v>2000-02</c:v>
                  </c:pt>
                  <c:pt idx="108">
                    <c:v>2000-03</c:v>
                  </c:pt>
                  <c:pt idx="109">
                    <c:v>2000-04</c:v>
                  </c:pt>
                  <c:pt idx="110">
                    <c:v>2000-05</c:v>
                  </c:pt>
                  <c:pt idx="111">
                    <c:v>2000-06</c:v>
                  </c:pt>
                  <c:pt idx="112">
                    <c:v>2000-07</c:v>
                  </c:pt>
                  <c:pt idx="113">
                    <c:v>2000-08</c:v>
                  </c:pt>
                  <c:pt idx="114">
                    <c:v>2000-09</c:v>
                  </c:pt>
                  <c:pt idx="115">
                    <c:v>2000-10</c:v>
                  </c:pt>
                  <c:pt idx="116">
                    <c:v>2000-11</c:v>
                  </c:pt>
                  <c:pt idx="117">
                    <c:v>2000-12</c:v>
                  </c:pt>
                  <c:pt idx="118">
                    <c:v>2001-01</c:v>
                  </c:pt>
                  <c:pt idx="119">
                    <c:v>2001-02</c:v>
                  </c:pt>
                  <c:pt idx="120">
                    <c:v>2001-03</c:v>
                  </c:pt>
                  <c:pt idx="121">
                    <c:v>2001-04</c:v>
                  </c:pt>
                  <c:pt idx="122">
                    <c:v>2001-05</c:v>
                  </c:pt>
                  <c:pt idx="123">
                    <c:v>2001-06</c:v>
                  </c:pt>
                  <c:pt idx="124">
                    <c:v>2001-07</c:v>
                  </c:pt>
                  <c:pt idx="125">
                    <c:v>2001-08</c:v>
                  </c:pt>
                  <c:pt idx="126">
                    <c:v>2001-09</c:v>
                  </c:pt>
                  <c:pt idx="127">
                    <c:v>2001-10</c:v>
                  </c:pt>
                  <c:pt idx="128">
                    <c:v>2001-11</c:v>
                  </c:pt>
                  <c:pt idx="129">
                    <c:v>2001-12</c:v>
                  </c:pt>
                  <c:pt idx="130">
                    <c:v>2002-01</c:v>
                  </c:pt>
                  <c:pt idx="131">
                    <c:v>2002-02</c:v>
                  </c:pt>
                  <c:pt idx="132">
                    <c:v>2002-03</c:v>
                  </c:pt>
                  <c:pt idx="133">
                    <c:v>2002-04</c:v>
                  </c:pt>
                  <c:pt idx="134">
                    <c:v>2002-05</c:v>
                  </c:pt>
                  <c:pt idx="135">
                    <c:v>2002-06</c:v>
                  </c:pt>
                  <c:pt idx="136">
                    <c:v>2002-07</c:v>
                  </c:pt>
                  <c:pt idx="137">
                    <c:v>2002-08</c:v>
                  </c:pt>
                  <c:pt idx="138">
                    <c:v>2002-09</c:v>
                  </c:pt>
                  <c:pt idx="139">
                    <c:v>2002-10</c:v>
                  </c:pt>
                  <c:pt idx="140">
                    <c:v>2002-11</c:v>
                  </c:pt>
                  <c:pt idx="141">
                    <c:v>2002-12</c:v>
                  </c:pt>
                  <c:pt idx="142">
                    <c:v>2003-01</c:v>
                  </c:pt>
                  <c:pt idx="143">
                    <c:v>2003-02</c:v>
                  </c:pt>
                  <c:pt idx="144">
                    <c:v>2003-03</c:v>
                  </c:pt>
                  <c:pt idx="145">
                    <c:v>2003-04</c:v>
                  </c:pt>
                  <c:pt idx="146">
                    <c:v>2003-05</c:v>
                  </c:pt>
                  <c:pt idx="147">
                    <c:v>2003-06</c:v>
                  </c:pt>
                  <c:pt idx="148">
                    <c:v>2003-07</c:v>
                  </c:pt>
                  <c:pt idx="149">
                    <c:v>2003-08</c:v>
                  </c:pt>
                  <c:pt idx="150">
                    <c:v>2003-09</c:v>
                  </c:pt>
                  <c:pt idx="151">
                    <c:v>2003-10</c:v>
                  </c:pt>
                  <c:pt idx="152">
                    <c:v>2003-11</c:v>
                  </c:pt>
                  <c:pt idx="153">
                    <c:v>2003-12</c:v>
                  </c:pt>
                  <c:pt idx="154">
                    <c:v>2004-01</c:v>
                  </c:pt>
                  <c:pt idx="155">
                    <c:v>2004-02</c:v>
                  </c:pt>
                  <c:pt idx="156">
                    <c:v>2004-03</c:v>
                  </c:pt>
                  <c:pt idx="157">
                    <c:v>2004-04</c:v>
                  </c:pt>
                  <c:pt idx="158">
                    <c:v>2004-05</c:v>
                  </c:pt>
                  <c:pt idx="159">
                    <c:v>2004-06</c:v>
                  </c:pt>
                  <c:pt idx="160">
                    <c:v>2004-07</c:v>
                  </c:pt>
                  <c:pt idx="161">
                    <c:v>2004-08</c:v>
                  </c:pt>
                  <c:pt idx="162">
                    <c:v>2004-09</c:v>
                  </c:pt>
                  <c:pt idx="163">
                    <c:v>2004-10</c:v>
                  </c:pt>
                  <c:pt idx="164">
                    <c:v>2004-11</c:v>
                  </c:pt>
                  <c:pt idx="165">
                    <c:v>2004-12</c:v>
                  </c:pt>
                  <c:pt idx="166">
                    <c:v>2005-01</c:v>
                  </c:pt>
                  <c:pt idx="167">
                    <c:v>2005-02</c:v>
                  </c:pt>
                  <c:pt idx="168">
                    <c:v>2005-03</c:v>
                  </c:pt>
                  <c:pt idx="169">
                    <c:v>2005-04</c:v>
                  </c:pt>
                  <c:pt idx="170">
                    <c:v>2005-05</c:v>
                  </c:pt>
                  <c:pt idx="171">
                    <c:v>2005-06</c:v>
                  </c:pt>
                  <c:pt idx="172">
                    <c:v>2005-07</c:v>
                  </c:pt>
                  <c:pt idx="173">
                    <c:v>2005-08</c:v>
                  </c:pt>
                  <c:pt idx="174">
                    <c:v>2005-09</c:v>
                  </c:pt>
                  <c:pt idx="175">
                    <c:v>2005-10</c:v>
                  </c:pt>
                  <c:pt idx="176">
                    <c:v>2005-11</c:v>
                  </c:pt>
                  <c:pt idx="177">
                    <c:v>2005-12</c:v>
                  </c:pt>
                  <c:pt idx="178">
                    <c:v>2006-01</c:v>
                  </c:pt>
                  <c:pt idx="179">
                    <c:v>2006-02</c:v>
                  </c:pt>
                  <c:pt idx="180">
                    <c:v>2006-03</c:v>
                  </c:pt>
                  <c:pt idx="181">
                    <c:v>2006-04</c:v>
                  </c:pt>
                  <c:pt idx="182">
                    <c:v>2006-05</c:v>
                  </c:pt>
                  <c:pt idx="183">
                    <c:v>2006-06</c:v>
                  </c:pt>
                  <c:pt idx="184">
                    <c:v>2006-07</c:v>
                  </c:pt>
                  <c:pt idx="185">
                    <c:v>2006-08</c:v>
                  </c:pt>
                  <c:pt idx="186">
                    <c:v>2006-09</c:v>
                  </c:pt>
                  <c:pt idx="187">
                    <c:v>2006-10</c:v>
                  </c:pt>
                  <c:pt idx="188">
                    <c:v>2006-11</c:v>
                  </c:pt>
                  <c:pt idx="189">
                    <c:v>2006-12</c:v>
                  </c:pt>
                  <c:pt idx="190">
                    <c:v>2007-01</c:v>
                  </c:pt>
                  <c:pt idx="191">
                    <c:v>2007-02</c:v>
                  </c:pt>
                  <c:pt idx="192">
                    <c:v>2007-03</c:v>
                  </c:pt>
                  <c:pt idx="193">
                    <c:v>2007-04</c:v>
                  </c:pt>
                  <c:pt idx="194">
                    <c:v>2007-05</c:v>
                  </c:pt>
                  <c:pt idx="195">
                    <c:v>2007-06</c:v>
                  </c:pt>
                  <c:pt idx="196">
                    <c:v>2007-07</c:v>
                  </c:pt>
                  <c:pt idx="197">
                    <c:v>2007-08</c:v>
                  </c:pt>
                  <c:pt idx="198">
                    <c:v>2007-09</c:v>
                  </c:pt>
                  <c:pt idx="199">
                    <c:v>2007-10</c:v>
                  </c:pt>
                  <c:pt idx="200">
                    <c:v>2007-11</c:v>
                  </c:pt>
                  <c:pt idx="201">
                    <c:v>2007-12</c:v>
                  </c:pt>
                  <c:pt idx="202">
                    <c:v>2008-01</c:v>
                  </c:pt>
                  <c:pt idx="203">
                    <c:v>2008-02</c:v>
                  </c:pt>
                  <c:pt idx="204">
                    <c:v>2008-03</c:v>
                  </c:pt>
                  <c:pt idx="205">
                    <c:v>2008-04</c:v>
                  </c:pt>
                  <c:pt idx="206">
                    <c:v>2008-05</c:v>
                  </c:pt>
                  <c:pt idx="207">
                    <c:v>2008-06</c:v>
                  </c:pt>
                  <c:pt idx="208">
                    <c:v>2008-07</c:v>
                  </c:pt>
                  <c:pt idx="209">
                    <c:v>2008-08</c:v>
                  </c:pt>
                  <c:pt idx="210">
                    <c:v>2008-09</c:v>
                  </c:pt>
                  <c:pt idx="211">
                    <c:v>2008-10</c:v>
                  </c:pt>
                  <c:pt idx="212">
                    <c:v>2008-11</c:v>
                  </c:pt>
                  <c:pt idx="213">
                    <c:v>2008-12</c:v>
                  </c:pt>
                  <c:pt idx="214">
                    <c:v>2009-01</c:v>
                  </c:pt>
                  <c:pt idx="215">
                    <c:v>2009-02</c:v>
                  </c:pt>
                  <c:pt idx="216">
                    <c:v>2009-03</c:v>
                  </c:pt>
                  <c:pt idx="217">
                    <c:v>2009-04</c:v>
                  </c:pt>
                  <c:pt idx="218">
                    <c:v>2009-05</c:v>
                  </c:pt>
                  <c:pt idx="219">
                    <c:v>2009-06</c:v>
                  </c:pt>
                  <c:pt idx="220">
                    <c:v>2009-07</c:v>
                  </c:pt>
                  <c:pt idx="221">
                    <c:v>2009-08</c:v>
                  </c:pt>
                  <c:pt idx="222">
                    <c:v>2009-09</c:v>
                  </c:pt>
                  <c:pt idx="223">
                    <c:v>2009-10</c:v>
                  </c:pt>
                  <c:pt idx="224">
                    <c:v>2009-11</c:v>
                  </c:pt>
                  <c:pt idx="225">
                    <c:v>2009-12</c:v>
                  </c:pt>
                  <c:pt idx="226">
                    <c:v>2010-01</c:v>
                  </c:pt>
                  <c:pt idx="227">
                    <c:v>2010-02</c:v>
                  </c:pt>
                  <c:pt idx="228">
                    <c:v>2010-03</c:v>
                  </c:pt>
                  <c:pt idx="229">
                    <c:v>2010-04</c:v>
                  </c:pt>
                  <c:pt idx="230">
                    <c:v>2010-05</c:v>
                  </c:pt>
                  <c:pt idx="231">
                    <c:v>2010-06</c:v>
                  </c:pt>
                  <c:pt idx="232">
                    <c:v>2010-07</c:v>
                  </c:pt>
                  <c:pt idx="233">
                    <c:v>2010-08</c:v>
                  </c:pt>
                  <c:pt idx="234">
                    <c:v>2010-09</c:v>
                  </c:pt>
                  <c:pt idx="235">
                    <c:v>2010-10</c:v>
                  </c:pt>
                  <c:pt idx="236">
                    <c:v>2010-11</c:v>
                  </c:pt>
                  <c:pt idx="237">
                    <c:v>2010-12</c:v>
                  </c:pt>
                  <c:pt idx="238">
                    <c:v>2011-01</c:v>
                  </c:pt>
                  <c:pt idx="239">
                    <c:v>2011-02</c:v>
                  </c:pt>
                  <c:pt idx="240">
                    <c:v>2011-03</c:v>
                  </c:pt>
                  <c:pt idx="241">
                    <c:v>2011-04</c:v>
                  </c:pt>
                  <c:pt idx="242">
                    <c:v>2011-05</c:v>
                  </c:pt>
                  <c:pt idx="243">
                    <c:v>2011-06</c:v>
                  </c:pt>
                  <c:pt idx="244">
                    <c:v>2011-07</c:v>
                  </c:pt>
                  <c:pt idx="245">
                    <c:v>2011-08</c:v>
                  </c:pt>
                  <c:pt idx="246">
                    <c:v>2011-09</c:v>
                  </c:pt>
                  <c:pt idx="247">
                    <c:v>2011-10</c:v>
                  </c:pt>
                  <c:pt idx="248">
                    <c:v>2011-11</c:v>
                  </c:pt>
                  <c:pt idx="249">
                    <c:v>2011-12</c:v>
                  </c:pt>
                  <c:pt idx="250">
                    <c:v>2012-01</c:v>
                  </c:pt>
                  <c:pt idx="251">
                    <c:v>2012-02</c:v>
                  </c:pt>
                  <c:pt idx="252">
                    <c:v>2012-03</c:v>
                  </c:pt>
                  <c:pt idx="253">
                    <c:v>2012-04</c:v>
                  </c:pt>
                  <c:pt idx="254">
                    <c:v>2012-05</c:v>
                  </c:pt>
                  <c:pt idx="255">
                    <c:v>2012-06</c:v>
                  </c:pt>
                  <c:pt idx="256">
                    <c:v>2012-07</c:v>
                  </c:pt>
                  <c:pt idx="257">
                    <c:v>2012-08</c:v>
                  </c:pt>
                  <c:pt idx="258">
                    <c:v>2012-09</c:v>
                  </c:pt>
                  <c:pt idx="259">
                    <c:v>2012-10</c:v>
                  </c:pt>
                  <c:pt idx="260">
                    <c:v>2012-11</c:v>
                  </c:pt>
                  <c:pt idx="261">
                    <c:v>2012-12</c:v>
                  </c:pt>
                  <c:pt idx="262">
                    <c:v>2013-01</c:v>
                  </c:pt>
                  <c:pt idx="263">
                    <c:v>2013-02</c:v>
                  </c:pt>
                  <c:pt idx="264">
                    <c:v>2013-03</c:v>
                  </c:pt>
                  <c:pt idx="265">
                    <c:v>2013-04</c:v>
                  </c:pt>
                  <c:pt idx="266">
                    <c:v>2013-05</c:v>
                  </c:pt>
                  <c:pt idx="267">
                    <c:v>2013-06</c:v>
                  </c:pt>
                  <c:pt idx="268">
                    <c:v>2013-07</c:v>
                  </c:pt>
                  <c:pt idx="269">
                    <c:v>2013-08</c:v>
                  </c:pt>
                  <c:pt idx="270">
                    <c:v>2013-09</c:v>
                  </c:pt>
                  <c:pt idx="271">
                    <c:v>2013-10</c:v>
                  </c:pt>
                  <c:pt idx="272">
                    <c:v>2013-11</c:v>
                  </c:pt>
                  <c:pt idx="273">
                    <c:v>2013-12</c:v>
                  </c:pt>
                  <c:pt idx="274">
                    <c:v>2014-01</c:v>
                  </c:pt>
                  <c:pt idx="275">
                    <c:v>2014-02</c:v>
                  </c:pt>
                  <c:pt idx="276">
                    <c:v>2014-03</c:v>
                  </c:pt>
                  <c:pt idx="277">
                    <c:v>2014-04</c:v>
                  </c:pt>
                  <c:pt idx="278">
                    <c:v>2014-05</c:v>
                  </c:pt>
                  <c:pt idx="279">
                    <c:v>2014-06</c:v>
                  </c:pt>
                  <c:pt idx="280">
                    <c:v>2014-07</c:v>
                  </c:pt>
                  <c:pt idx="281">
                    <c:v>2014-08</c:v>
                  </c:pt>
                  <c:pt idx="282">
                    <c:v>2014-09</c:v>
                  </c:pt>
                  <c:pt idx="283">
                    <c:v>2014-10</c:v>
                  </c:pt>
                  <c:pt idx="284">
                    <c:v>2014-11</c:v>
                  </c:pt>
                  <c:pt idx="285">
                    <c:v>2014-12</c:v>
                  </c:pt>
                  <c:pt idx="286">
                    <c:v>2015-01</c:v>
                  </c:pt>
                  <c:pt idx="287">
                    <c:v>2015-02</c:v>
                  </c:pt>
                  <c:pt idx="288">
                    <c:v>2015-03</c:v>
                  </c:pt>
                  <c:pt idx="289">
                    <c:v>2015-04</c:v>
                  </c:pt>
                  <c:pt idx="290">
                    <c:v>2015-05</c:v>
                  </c:pt>
                  <c:pt idx="291">
                    <c:v>2015-06</c:v>
                  </c:pt>
                  <c:pt idx="292">
                    <c:v>2015-07</c:v>
                  </c:pt>
                  <c:pt idx="293">
                    <c:v>2015-08</c:v>
                  </c:pt>
                  <c:pt idx="294">
                    <c:v>2015-09</c:v>
                  </c:pt>
                  <c:pt idx="295">
                    <c:v>2015-10</c:v>
                  </c:pt>
                  <c:pt idx="296">
                    <c:v>2015-11</c:v>
                  </c:pt>
                  <c:pt idx="297">
                    <c:v>2015-12</c:v>
                  </c:pt>
                  <c:pt idx="298">
                    <c:v>2016-01</c:v>
                  </c:pt>
                  <c:pt idx="299">
                    <c:v>2016-02</c:v>
                  </c:pt>
                  <c:pt idx="300">
                    <c:v>2016-03</c:v>
                  </c:pt>
                  <c:pt idx="301">
                    <c:v>2016-04</c:v>
                  </c:pt>
                  <c:pt idx="302">
                    <c:v>2016-05</c:v>
                  </c:pt>
                  <c:pt idx="303">
                    <c:v>2016-06</c:v>
                  </c:pt>
                  <c:pt idx="304">
                    <c:v>2016-07</c:v>
                  </c:pt>
                  <c:pt idx="305">
                    <c:v>2016-08</c:v>
                  </c:pt>
                  <c:pt idx="306">
                    <c:v>2016-09</c:v>
                  </c:pt>
                  <c:pt idx="307">
                    <c:v>2016-10</c:v>
                  </c:pt>
                  <c:pt idx="308">
                    <c:v>2016-11</c:v>
                  </c:pt>
                  <c:pt idx="309">
                    <c:v>2016-12</c:v>
                  </c:pt>
                  <c:pt idx="310">
                    <c:v>2017-01</c:v>
                  </c:pt>
                  <c:pt idx="311">
                    <c:v>2017-02</c:v>
                  </c:pt>
                  <c:pt idx="312">
                    <c:v>2017-03</c:v>
                  </c:pt>
                  <c:pt idx="313">
                    <c:v>2017-04</c:v>
                  </c:pt>
                  <c:pt idx="314">
                    <c:v>2017-05</c:v>
                  </c:pt>
                  <c:pt idx="315">
                    <c:v>2017-06</c:v>
                  </c:pt>
                  <c:pt idx="316">
                    <c:v>2017-07</c:v>
                  </c:pt>
                  <c:pt idx="317">
                    <c:v>2017-08</c:v>
                  </c:pt>
                  <c:pt idx="318">
                    <c:v>2017-09</c:v>
                  </c:pt>
                  <c:pt idx="319">
                    <c:v>2017-10</c:v>
                  </c:pt>
                  <c:pt idx="320">
                    <c:v>2017-11</c:v>
                  </c:pt>
                  <c:pt idx="321">
                    <c:v>2017-12</c:v>
                  </c:pt>
                  <c:pt idx="322">
                    <c:v>2018-01</c:v>
                  </c:pt>
                  <c:pt idx="323">
                    <c:v>2018-02</c:v>
                  </c:pt>
                  <c:pt idx="324">
                    <c:v>2018-03</c:v>
                  </c:pt>
                  <c:pt idx="325">
                    <c:v>2018-04</c:v>
                  </c:pt>
                  <c:pt idx="326">
                    <c:v>2018-05</c:v>
                  </c:pt>
                  <c:pt idx="327">
                    <c:v>2018-06</c:v>
                  </c:pt>
                  <c:pt idx="328">
                    <c:v>2018-07</c:v>
                  </c:pt>
                  <c:pt idx="329">
                    <c:v>2018-08</c:v>
                  </c:pt>
                  <c:pt idx="330">
                    <c:v>2018-09</c:v>
                  </c:pt>
                  <c:pt idx="331">
                    <c:v>2018-10</c:v>
                  </c:pt>
                  <c:pt idx="332">
                    <c:v>2018-11</c:v>
                  </c:pt>
                  <c:pt idx="333">
                    <c:v>2018-12</c:v>
                  </c:pt>
                  <c:pt idx="334">
                    <c:v>2019-01</c:v>
                  </c:pt>
                  <c:pt idx="335">
                    <c:v>2019-02</c:v>
                  </c:pt>
                  <c:pt idx="336">
                    <c:v>2019-03</c:v>
                  </c:pt>
                  <c:pt idx="337">
                    <c:v>2019-04</c:v>
                  </c:pt>
                  <c:pt idx="338">
                    <c:v>2019-05</c:v>
                  </c:pt>
                  <c:pt idx="339">
                    <c:v>2019-06</c:v>
                  </c:pt>
                  <c:pt idx="340">
                    <c:v>2019-07</c:v>
                  </c:pt>
                  <c:pt idx="341">
                    <c:v>2019-08</c:v>
                  </c:pt>
                  <c:pt idx="342">
                    <c:v>2019-09</c:v>
                  </c:pt>
                  <c:pt idx="343">
                    <c:v>2019-10</c:v>
                  </c:pt>
                  <c:pt idx="344">
                    <c:v>2019-11</c:v>
                  </c:pt>
                  <c:pt idx="345">
                    <c:v>2019-12</c:v>
                  </c:pt>
                  <c:pt idx="346">
                    <c:v>2020-01</c:v>
                  </c:pt>
                  <c:pt idx="347">
                    <c:v>2020-02</c:v>
                  </c:pt>
                  <c:pt idx="348">
                    <c:v>2020-03</c:v>
                  </c:pt>
                  <c:pt idx="349">
                    <c:v>2020-04</c:v>
                  </c:pt>
                  <c:pt idx="350">
                    <c:v>2020-05</c:v>
                  </c:pt>
                  <c:pt idx="351">
                    <c:v>2020-06</c:v>
                  </c:pt>
                  <c:pt idx="352">
                    <c:v>2020-07</c:v>
                  </c:pt>
                  <c:pt idx="353">
                    <c:v>2020-08</c:v>
                  </c:pt>
                  <c:pt idx="354">
                    <c:v>2020-09</c:v>
                  </c:pt>
                  <c:pt idx="355">
                    <c:v>2020-10</c:v>
                  </c:pt>
                  <c:pt idx="356">
                    <c:v>2020-11</c:v>
                  </c:pt>
                  <c:pt idx="357">
                    <c:v>2020-12</c:v>
                  </c:pt>
                  <c:pt idx="358">
                    <c:v>2021-01</c:v>
                  </c:pt>
                  <c:pt idx="359">
                    <c:v>2021-02</c:v>
                  </c:pt>
                  <c:pt idx="360">
                    <c:v>2021-03</c:v>
                  </c:pt>
                  <c:pt idx="361">
                    <c:v>2021-04</c:v>
                  </c:pt>
                  <c:pt idx="362">
                    <c:v>2021-05</c:v>
                  </c:pt>
                  <c:pt idx="363">
                    <c:v>2021-06</c:v>
                  </c:pt>
                  <c:pt idx="364">
                    <c:v>2021-07</c:v>
                  </c:pt>
                  <c:pt idx="365">
                    <c:v>2021-08</c:v>
                  </c:pt>
                  <c:pt idx="366">
                    <c:v>2021-09</c:v>
                  </c:pt>
                  <c:pt idx="367">
                    <c:v>2021-10</c:v>
                  </c:pt>
                  <c:pt idx="368">
                    <c:v>2021-11</c:v>
                  </c:pt>
                  <c:pt idx="369">
                    <c:v>2021-12</c:v>
                  </c:pt>
                  <c:pt idx="370">
                    <c:v>2022-01</c:v>
                  </c:pt>
                  <c:pt idx="371">
                    <c:v>2022-02</c:v>
                  </c:pt>
                  <c:pt idx="372">
                    <c:v>2022-03</c:v>
                  </c:pt>
                  <c:pt idx="373">
                    <c:v>2022-04</c:v>
                  </c:pt>
                  <c:pt idx="374">
                    <c:v>2022-05</c:v>
                  </c:pt>
                  <c:pt idx="375">
                    <c:v>2022-06</c:v>
                  </c:pt>
                  <c:pt idx="376">
                    <c:v>2022-07</c:v>
                  </c:pt>
                  <c:pt idx="377">
                    <c:v>2022-08</c:v>
                  </c:pt>
                  <c:pt idx="378">
                    <c:v>2022-09</c:v>
                  </c:pt>
                  <c:pt idx="379">
                    <c:v>2022-10</c:v>
                  </c:pt>
                  <c:pt idx="380">
                    <c:v>2022-11</c:v>
                  </c:pt>
                  <c:pt idx="381">
                    <c:v>2022-12</c:v>
                  </c:pt>
                </c:lvl>
              </c:multiLvlStrCache>
            </c:multiLvlStrRef>
          </c:cat>
          <c:val>
            <c:numRef>
              <c:f>Sheet1!$C$2:$C$383</c:f>
              <c:numCache>
                <c:formatCode>General</c:formatCode>
                <c:ptCount val="382"/>
                <c:pt idx="0">
                  <c:v>99.6</c:v>
                </c:pt>
                <c:pt idx="1">
                  <c:v>99.63</c:v>
                </c:pt>
                <c:pt idx="2">
                  <c:v>103.48</c:v>
                </c:pt>
                <c:pt idx="3">
                  <c:v>98.52</c:v>
                </c:pt>
                <c:pt idx="4">
                  <c:v>102.94</c:v>
                </c:pt>
                <c:pt idx="5">
                  <c:v>104.97</c:v>
                </c:pt>
                <c:pt idx="6">
                  <c:v>102.96</c:v>
                </c:pt>
                <c:pt idx="7">
                  <c:v>104.18</c:v>
                </c:pt>
                <c:pt idx="8">
                  <c:v>99.6</c:v>
                </c:pt>
                <c:pt idx="9">
                  <c:v>110.2</c:v>
                </c:pt>
                <c:pt idx="10">
                  <c:v>108.51</c:v>
                </c:pt>
                <c:pt idx="11">
                  <c:v>109.55</c:v>
                </c:pt>
                <c:pt idx="12">
                  <c:v>107.16</c:v>
                </c:pt>
                <c:pt idx="13">
                  <c:v>110.15</c:v>
                </c:pt>
                <c:pt idx="14">
                  <c:v>110.25</c:v>
                </c:pt>
                <c:pt idx="15">
                  <c:v>108.34</c:v>
                </c:pt>
                <c:pt idx="16">
                  <c:v>112.61</c:v>
                </c:pt>
                <c:pt idx="17">
                  <c:v>110.12</c:v>
                </c:pt>
                <c:pt idx="18">
                  <c:v>110.9</c:v>
                </c:pt>
                <c:pt idx="19">
                  <c:v>111.14</c:v>
                </c:pt>
                <c:pt idx="20">
                  <c:v>114.5</c:v>
                </c:pt>
                <c:pt idx="21">
                  <c:v>116.48</c:v>
                </c:pt>
                <c:pt idx="22">
                  <c:v>116.47</c:v>
                </c:pt>
                <c:pt idx="23">
                  <c:v>117.69</c:v>
                </c:pt>
                <c:pt idx="24">
                  <c:v>119.9</c:v>
                </c:pt>
                <c:pt idx="25">
                  <c:v>116.85</c:v>
                </c:pt>
                <c:pt idx="26">
                  <c:v>119.5</c:v>
                </c:pt>
                <c:pt idx="27">
                  <c:v>119.59</c:v>
                </c:pt>
                <c:pt idx="28">
                  <c:v>118.96</c:v>
                </c:pt>
                <c:pt idx="29">
                  <c:v>123.05</c:v>
                </c:pt>
                <c:pt idx="30">
                  <c:v>121.82</c:v>
                </c:pt>
                <c:pt idx="31">
                  <c:v>124.19</c:v>
                </c:pt>
                <c:pt idx="32">
                  <c:v>122.58</c:v>
                </c:pt>
                <c:pt idx="33">
                  <c:v>123.82</c:v>
                </c:pt>
                <c:pt idx="34">
                  <c:v>127.84</c:v>
                </c:pt>
                <c:pt idx="35">
                  <c:v>124</c:v>
                </c:pt>
                <c:pt idx="36">
                  <c:v>118.33</c:v>
                </c:pt>
                <c:pt idx="37">
                  <c:v>119.69</c:v>
                </c:pt>
                <c:pt idx="38">
                  <c:v>121.18</c:v>
                </c:pt>
                <c:pt idx="39">
                  <c:v>117.93</c:v>
                </c:pt>
                <c:pt idx="40">
                  <c:v>121.64</c:v>
                </c:pt>
                <c:pt idx="41">
                  <c:v>126.22</c:v>
                </c:pt>
                <c:pt idx="42">
                  <c:v>122.83</c:v>
                </c:pt>
                <c:pt idx="43">
                  <c:v>125.38</c:v>
                </c:pt>
                <c:pt idx="44">
                  <c:v>120.43</c:v>
                </c:pt>
                <c:pt idx="45">
                  <c:v>121.91</c:v>
                </c:pt>
                <c:pt idx="46">
                  <c:v>124.87</c:v>
                </c:pt>
                <c:pt idx="47">
                  <c:v>129.38</c:v>
                </c:pt>
                <c:pt idx="48">
                  <c:v>132.91</c:v>
                </c:pt>
                <c:pt idx="49">
                  <c:v>136.63</c:v>
                </c:pt>
                <c:pt idx="50">
                  <c:v>141.59</c:v>
                </c:pt>
                <c:pt idx="51">
                  <c:v>144.6</c:v>
                </c:pt>
                <c:pt idx="52">
                  <c:v>149.2</c:v>
                </c:pt>
                <c:pt idx="53">
                  <c:v>149.15</c:v>
                </c:pt>
                <c:pt idx="54">
                  <c:v>155.13</c:v>
                </c:pt>
                <c:pt idx="55">
                  <c:v>154.36</c:v>
                </c:pt>
                <c:pt idx="56">
                  <c:v>160.69</c:v>
                </c:pt>
                <c:pt idx="57">
                  <c:v>163.5</c:v>
                </c:pt>
                <c:pt idx="58">
                  <c:v>168.83</c:v>
                </c:pt>
                <c:pt idx="59">
                  <c:v>170</c:v>
                </c:pt>
                <c:pt idx="60">
                  <c:v>171.35</c:v>
                </c:pt>
                <c:pt idx="61">
                  <c:v>173.65</c:v>
                </c:pt>
                <c:pt idx="62">
                  <c:v>177.62</c:v>
                </c:pt>
                <c:pt idx="63">
                  <c:v>178.02</c:v>
                </c:pt>
                <c:pt idx="64">
                  <c:v>169.87</c:v>
                </c:pt>
                <c:pt idx="65">
                  <c:v>173.07</c:v>
                </c:pt>
                <c:pt idx="66">
                  <c:v>182.45</c:v>
                </c:pt>
                <c:pt idx="67">
                  <c:v>187.21</c:v>
                </c:pt>
                <c:pt idx="68">
                  <c:v>200.95</c:v>
                </c:pt>
                <c:pt idx="69">
                  <c:v>196.63</c:v>
                </c:pt>
                <c:pt idx="70">
                  <c:v>208.69</c:v>
                </c:pt>
                <c:pt idx="71">
                  <c:v>209.92</c:v>
                </c:pt>
                <c:pt idx="72">
                  <c:v>205.43</c:v>
                </c:pt>
                <c:pt idx="73">
                  <c:v>212.72</c:v>
                </c:pt>
                <c:pt idx="74">
                  <c:v>225.18</c:v>
                </c:pt>
                <c:pt idx="75">
                  <c:v>234.96</c:v>
                </c:pt>
                <c:pt idx="76">
                  <c:v>253.32</c:v>
                </c:pt>
                <c:pt idx="77">
                  <c:v>238.76</c:v>
                </c:pt>
                <c:pt idx="78">
                  <c:v>251.45</c:v>
                </c:pt>
                <c:pt idx="79">
                  <c:v>242.79</c:v>
                </c:pt>
                <c:pt idx="80">
                  <c:v>253.61</c:v>
                </c:pt>
                <c:pt idx="81">
                  <c:v>257.6</c:v>
                </c:pt>
                <c:pt idx="82">
                  <c:v>260.21</c:v>
                </c:pt>
                <c:pt idx="83">
                  <c:v>278.55</c:v>
                </c:pt>
                <c:pt idx="84">
                  <c:v>292.46</c:v>
                </c:pt>
                <c:pt idx="85">
                  <c:v>295.11</c:v>
                </c:pt>
                <c:pt idx="86">
                  <c:v>289.56</c:v>
                </c:pt>
                <c:pt idx="87">
                  <c:v>300.98</c:v>
                </c:pt>
                <c:pt idx="88">
                  <c:v>297.48</c:v>
                </c:pt>
                <c:pt idx="89">
                  <c:v>254.11</c:v>
                </c:pt>
                <c:pt idx="90">
                  <c:v>269.96</c:v>
                </c:pt>
                <c:pt idx="91">
                  <c:v>291.64</c:v>
                </c:pt>
                <c:pt idx="92">
                  <c:v>308.88</c:v>
                </c:pt>
                <c:pt idx="93">
                  <c:v>327.01</c:v>
                </c:pt>
                <c:pt idx="94">
                  <c:v>339.68</c:v>
                </c:pt>
                <c:pt idx="95">
                  <c:v>328.71</c:v>
                </c:pt>
                <c:pt idx="96">
                  <c:v>341.47</c:v>
                </c:pt>
                <c:pt idx="97">
                  <c:v>354.42</c:v>
                </c:pt>
                <c:pt idx="98">
                  <c:v>345.57</c:v>
                </c:pt>
                <c:pt idx="99">
                  <c:v>364.38</c:v>
                </c:pt>
                <c:pt idx="100">
                  <c:v>352.71</c:v>
                </c:pt>
                <c:pt idx="101">
                  <c:v>350.5</c:v>
                </c:pt>
                <c:pt idx="102">
                  <c:v>340.49</c:v>
                </c:pt>
                <c:pt idx="103">
                  <c:v>361.79</c:v>
                </c:pt>
                <c:pt idx="104">
                  <c:v>368.68</c:v>
                </c:pt>
                <c:pt idx="105">
                  <c:v>388.74</c:v>
                </c:pt>
                <c:pt idx="106">
                  <c:v>370.16</c:v>
                </c:pt>
                <c:pt idx="107">
                  <c:v>362.72</c:v>
                </c:pt>
                <c:pt idx="108">
                  <c:v>397.8</c:v>
                </c:pt>
                <c:pt idx="109">
                  <c:v>385.55</c:v>
                </c:pt>
                <c:pt idx="110">
                  <c:v>377.1</c:v>
                </c:pt>
                <c:pt idx="111">
                  <c:v>386.12</c:v>
                </c:pt>
                <c:pt idx="112">
                  <c:v>379.81</c:v>
                </c:pt>
                <c:pt idx="113">
                  <c:v>402.87</c:v>
                </c:pt>
                <c:pt idx="114">
                  <c:v>381.32</c:v>
                </c:pt>
                <c:pt idx="115">
                  <c:v>379.43</c:v>
                </c:pt>
                <c:pt idx="116">
                  <c:v>349.05</c:v>
                </c:pt>
                <c:pt idx="117">
                  <c:v>350.47</c:v>
                </c:pt>
                <c:pt idx="118">
                  <c:v>362.61</c:v>
                </c:pt>
                <c:pt idx="119">
                  <c:v>329.14</c:v>
                </c:pt>
                <c:pt idx="120">
                  <c:v>308.01</c:v>
                </c:pt>
                <c:pt idx="121">
                  <c:v>331.67</c:v>
                </c:pt>
                <c:pt idx="122">
                  <c:v>333.36</c:v>
                </c:pt>
                <c:pt idx="123">
                  <c:v>325.01</c:v>
                </c:pt>
                <c:pt idx="124">
                  <c:v>321.52</c:v>
                </c:pt>
                <c:pt idx="125">
                  <c:v>300.91</c:v>
                </c:pt>
                <c:pt idx="126">
                  <c:v>276.32</c:v>
                </c:pt>
                <c:pt idx="127">
                  <c:v>281.32</c:v>
                </c:pt>
                <c:pt idx="128">
                  <c:v>302.47</c:v>
                </c:pt>
                <c:pt idx="129">
                  <c:v>304.76</c:v>
                </c:pt>
                <c:pt idx="130">
                  <c:v>300.01</c:v>
                </c:pt>
                <c:pt idx="131">
                  <c:v>293.78</c:v>
                </c:pt>
                <c:pt idx="132">
                  <c:v>304.57</c:v>
                </c:pt>
                <c:pt idx="133">
                  <c:v>285.87</c:v>
                </c:pt>
                <c:pt idx="134">
                  <c:v>283.27</c:v>
                </c:pt>
                <c:pt idx="135">
                  <c:v>262.75</c:v>
                </c:pt>
                <c:pt idx="136">
                  <c:v>241.99</c:v>
                </c:pt>
                <c:pt idx="137">
                  <c:v>243.17</c:v>
                </c:pt>
                <c:pt idx="138">
                  <c:v>216.42</c:v>
                </c:pt>
                <c:pt idx="139">
                  <c:v>235.12</c:v>
                </c:pt>
                <c:pt idx="140">
                  <c:v>248.54</c:v>
                </c:pt>
                <c:pt idx="141">
                  <c:v>233.55</c:v>
                </c:pt>
                <c:pt idx="142">
                  <c:v>227.14</c:v>
                </c:pt>
                <c:pt idx="143">
                  <c:v>223.28</c:v>
                </c:pt>
                <c:pt idx="144">
                  <c:v>225.15</c:v>
                </c:pt>
                <c:pt idx="145">
                  <c:v>243.4</c:v>
                </c:pt>
                <c:pt idx="146">
                  <c:v>255.78</c:v>
                </c:pt>
                <c:pt idx="147">
                  <c:v>258.68</c:v>
                </c:pt>
                <c:pt idx="148">
                  <c:v>262.88</c:v>
                </c:pt>
                <c:pt idx="149">
                  <c:v>267.58</c:v>
                </c:pt>
                <c:pt idx="150">
                  <c:v>264.38</c:v>
                </c:pt>
                <c:pt idx="151">
                  <c:v>278.91</c:v>
                </c:pt>
                <c:pt idx="152">
                  <c:v>280.9</c:v>
                </c:pt>
                <c:pt idx="153">
                  <c:v>295.16</c:v>
                </c:pt>
                <c:pt idx="154">
                  <c:v>300.26</c:v>
                </c:pt>
                <c:pt idx="155">
                  <c:v>303.92</c:v>
                </c:pt>
                <c:pt idx="156">
                  <c:v>298.95</c:v>
                </c:pt>
                <c:pt idx="157">
                  <c:v>293.93</c:v>
                </c:pt>
                <c:pt idx="158">
                  <c:v>297.48</c:v>
                </c:pt>
                <c:pt idx="159">
                  <c:v>302.83</c:v>
                </c:pt>
                <c:pt idx="160">
                  <c:v>292.45</c:v>
                </c:pt>
                <c:pt idx="161">
                  <c:v>293.12</c:v>
                </c:pt>
                <c:pt idx="162">
                  <c:v>295.86</c:v>
                </c:pt>
                <c:pt idx="163">
                  <c:v>300.01</c:v>
                </c:pt>
                <c:pt idx="164">
                  <c:v>311.59</c:v>
                </c:pt>
                <c:pt idx="165">
                  <c:v>321.7</c:v>
                </c:pt>
                <c:pt idx="166">
                  <c:v>313.57</c:v>
                </c:pt>
                <c:pt idx="167">
                  <c:v>319.49</c:v>
                </c:pt>
                <c:pt idx="168">
                  <c:v>313.39</c:v>
                </c:pt>
                <c:pt idx="169">
                  <c:v>307.08</c:v>
                </c:pt>
                <c:pt idx="170">
                  <c:v>316.28</c:v>
                </c:pt>
                <c:pt idx="171">
                  <c:v>316.24</c:v>
                </c:pt>
                <c:pt idx="172">
                  <c:v>327.61</c:v>
                </c:pt>
                <c:pt idx="173">
                  <c:v>323.94</c:v>
                </c:pt>
                <c:pt idx="174">
                  <c:v>326.19</c:v>
                </c:pt>
                <c:pt idx="175">
                  <c:v>320.4</c:v>
                </c:pt>
                <c:pt idx="176">
                  <c:v>331.67</c:v>
                </c:pt>
                <c:pt idx="177">
                  <c:v>331.36</c:v>
                </c:pt>
                <c:pt idx="178">
                  <c:v>339.8</c:v>
                </c:pt>
                <c:pt idx="179">
                  <c:v>339.95</c:v>
                </c:pt>
                <c:pt idx="180">
                  <c:v>343.72</c:v>
                </c:pt>
                <c:pt idx="181">
                  <c:v>347.9</c:v>
                </c:pt>
                <c:pt idx="182">
                  <c:v>337.14</c:v>
                </c:pt>
                <c:pt idx="183">
                  <c:v>337.17</c:v>
                </c:pt>
                <c:pt idx="184">
                  <c:v>338.89</c:v>
                </c:pt>
                <c:pt idx="185">
                  <c:v>346.1</c:v>
                </c:pt>
                <c:pt idx="186">
                  <c:v>354.6</c:v>
                </c:pt>
                <c:pt idx="187">
                  <c:v>365.77</c:v>
                </c:pt>
                <c:pt idx="188">
                  <c:v>371.8</c:v>
                </c:pt>
                <c:pt idx="189">
                  <c:v>376.49</c:v>
                </c:pt>
                <c:pt idx="190">
                  <c:v>381.78</c:v>
                </c:pt>
                <c:pt idx="191">
                  <c:v>373.44</c:v>
                </c:pt>
                <c:pt idx="192">
                  <c:v>377.17</c:v>
                </c:pt>
                <c:pt idx="193">
                  <c:v>393.49</c:v>
                </c:pt>
                <c:pt idx="194">
                  <c:v>406.3</c:v>
                </c:pt>
                <c:pt idx="195">
                  <c:v>399.06</c:v>
                </c:pt>
                <c:pt idx="196">
                  <c:v>386.3</c:v>
                </c:pt>
                <c:pt idx="197">
                  <c:v>391.27</c:v>
                </c:pt>
                <c:pt idx="198">
                  <c:v>405.27</c:v>
                </c:pt>
                <c:pt idx="199">
                  <c:v>411.28</c:v>
                </c:pt>
                <c:pt idx="200">
                  <c:v>393.17</c:v>
                </c:pt>
                <c:pt idx="201">
                  <c:v>389.77</c:v>
                </c:pt>
                <c:pt idx="202">
                  <c:v>365.93</c:v>
                </c:pt>
                <c:pt idx="203">
                  <c:v>353.21</c:v>
                </c:pt>
                <c:pt idx="204">
                  <c:v>351.11</c:v>
                </c:pt>
                <c:pt idx="205">
                  <c:v>367.8</c:v>
                </c:pt>
                <c:pt idx="206">
                  <c:v>371.73</c:v>
                </c:pt>
                <c:pt idx="207">
                  <c:v>339.77</c:v>
                </c:pt>
                <c:pt idx="208">
                  <c:v>336.42</c:v>
                </c:pt>
                <c:pt idx="209">
                  <c:v>340.53</c:v>
                </c:pt>
                <c:pt idx="210">
                  <c:v>309.61</c:v>
                </c:pt>
                <c:pt idx="211">
                  <c:v>257.15</c:v>
                </c:pt>
                <c:pt idx="212">
                  <c:v>237.91</c:v>
                </c:pt>
                <c:pt idx="213">
                  <c:v>239.77</c:v>
                </c:pt>
                <c:pt idx="214">
                  <c:v>219.23</c:v>
                </c:pt>
                <c:pt idx="215">
                  <c:v>195.13</c:v>
                </c:pt>
                <c:pt idx="216">
                  <c:v>211.79</c:v>
                </c:pt>
                <c:pt idx="217">
                  <c:v>231.69</c:v>
                </c:pt>
                <c:pt idx="218">
                  <c:v>243.98</c:v>
                </c:pt>
                <c:pt idx="219">
                  <c:v>244.03</c:v>
                </c:pt>
                <c:pt idx="220">
                  <c:v>262.13</c:v>
                </c:pt>
                <c:pt idx="221">
                  <c:v>270.92</c:v>
                </c:pt>
                <c:pt idx="222">
                  <c:v>280.6</c:v>
                </c:pt>
                <c:pt idx="223">
                  <c:v>275.06</c:v>
                </c:pt>
                <c:pt idx="224">
                  <c:v>290.83</c:v>
                </c:pt>
                <c:pt idx="225">
                  <c:v>296</c:v>
                </c:pt>
                <c:pt idx="226">
                  <c:v>285.06</c:v>
                </c:pt>
                <c:pt idx="227">
                  <c:v>293.19</c:v>
                </c:pt>
                <c:pt idx="228">
                  <c:v>310.42</c:v>
                </c:pt>
                <c:pt idx="229">
                  <c:v>315.01</c:v>
                </c:pt>
                <c:pt idx="230">
                  <c:v>289.18</c:v>
                </c:pt>
                <c:pt idx="231">
                  <c:v>273.6</c:v>
                </c:pt>
                <c:pt idx="232">
                  <c:v>292.42</c:v>
                </c:pt>
                <c:pt idx="233">
                  <c:v>278.54</c:v>
                </c:pt>
                <c:pt idx="234">
                  <c:v>302.93</c:v>
                </c:pt>
                <c:pt idx="235">
                  <c:v>314.1</c:v>
                </c:pt>
                <c:pt idx="236">
                  <c:v>313.38</c:v>
                </c:pt>
                <c:pt idx="237">
                  <c:v>333.84</c:v>
                </c:pt>
                <c:pt idx="238">
                  <c:v>341.4</c:v>
                </c:pt>
                <c:pt idx="239">
                  <c:v>352.31</c:v>
                </c:pt>
                <c:pt idx="240">
                  <c:v>351.94</c:v>
                </c:pt>
                <c:pt idx="241">
                  <c:v>361.97</c:v>
                </c:pt>
                <c:pt idx="242">
                  <c:v>357.08</c:v>
                </c:pt>
                <c:pt idx="243">
                  <c:v>350.56</c:v>
                </c:pt>
                <c:pt idx="244">
                  <c:v>343.03</c:v>
                </c:pt>
                <c:pt idx="245">
                  <c:v>323.55</c:v>
                </c:pt>
                <c:pt idx="246">
                  <c:v>300.33</c:v>
                </c:pt>
                <c:pt idx="247">
                  <c:v>332.69</c:v>
                </c:pt>
                <c:pt idx="248">
                  <c:v>331</c:v>
                </c:pt>
                <c:pt idx="249">
                  <c:v>333.83</c:v>
                </c:pt>
                <c:pt idx="250">
                  <c:v>348.38</c:v>
                </c:pt>
                <c:pt idx="251">
                  <c:v>362.52</c:v>
                </c:pt>
                <c:pt idx="252">
                  <c:v>373.88</c:v>
                </c:pt>
                <c:pt idx="253">
                  <c:v>371.07</c:v>
                </c:pt>
                <c:pt idx="254">
                  <c:v>347.83</c:v>
                </c:pt>
                <c:pt idx="255">
                  <c:v>361.58</c:v>
                </c:pt>
                <c:pt idx="256">
                  <c:v>366.14</c:v>
                </c:pt>
                <c:pt idx="257">
                  <c:v>373.38</c:v>
                </c:pt>
                <c:pt idx="258">
                  <c:v>382.42</c:v>
                </c:pt>
                <c:pt idx="259">
                  <c:v>374.86</c:v>
                </c:pt>
                <c:pt idx="260">
                  <c:v>375.92</c:v>
                </c:pt>
                <c:pt idx="261">
                  <c:v>378.58</c:v>
                </c:pt>
                <c:pt idx="262">
                  <c:v>397.67</c:v>
                </c:pt>
                <c:pt idx="263">
                  <c:v>402.07</c:v>
                </c:pt>
                <c:pt idx="264">
                  <c:v>416.54</c:v>
                </c:pt>
                <c:pt idx="265">
                  <c:v>424.07</c:v>
                </c:pt>
                <c:pt idx="266">
                  <c:v>432.88</c:v>
                </c:pt>
                <c:pt idx="267">
                  <c:v>426.39</c:v>
                </c:pt>
                <c:pt idx="268">
                  <c:v>447.48</c:v>
                </c:pt>
                <c:pt idx="269">
                  <c:v>433.47</c:v>
                </c:pt>
                <c:pt idx="270">
                  <c:v>446.37</c:v>
                </c:pt>
                <c:pt idx="271">
                  <c:v>466.27</c:v>
                </c:pt>
                <c:pt idx="272">
                  <c:v>479.35</c:v>
                </c:pt>
                <c:pt idx="273">
                  <c:v>490.65</c:v>
                </c:pt>
                <c:pt idx="274">
                  <c:v>473.19</c:v>
                </c:pt>
                <c:pt idx="275">
                  <c:v>493.59</c:v>
                </c:pt>
                <c:pt idx="276">
                  <c:v>497.01</c:v>
                </c:pt>
                <c:pt idx="277">
                  <c:v>500.09</c:v>
                </c:pt>
                <c:pt idx="278">
                  <c:v>510.61</c:v>
                </c:pt>
                <c:pt idx="279">
                  <c:v>520.34</c:v>
                </c:pt>
                <c:pt idx="280">
                  <c:v>512.49</c:v>
                </c:pt>
                <c:pt idx="281">
                  <c:v>531.79</c:v>
                </c:pt>
                <c:pt idx="282">
                  <c:v>523.54</c:v>
                </c:pt>
                <c:pt idx="283">
                  <c:v>535.69</c:v>
                </c:pt>
                <c:pt idx="284">
                  <c:v>548.83</c:v>
                </c:pt>
                <c:pt idx="285">
                  <c:v>546.53</c:v>
                </c:pt>
                <c:pt idx="286">
                  <c:v>529.57</c:v>
                </c:pt>
                <c:pt idx="287">
                  <c:v>558.64</c:v>
                </c:pt>
                <c:pt idx="288">
                  <c:v>548.92</c:v>
                </c:pt>
                <c:pt idx="289">
                  <c:v>553.6</c:v>
                </c:pt>
                <c:pt idx="290">
                  <c:v>559.4</c:v>
                </c:pt>
                <c:pt idx="291">
                  <c:v>547.65</c:v>
                </c:pt>
                <c:pt idx="292">
                  <c:v>558.46</c:v>
                </c:pt>
                <c:pt idx="293">
                  <c:v>523.51</c:v>
                </c:pt>
                <c:pt idx="294">
                  <c:v>509.67</c:v>
                </c:pt>
                <c:pt idx="295">
                  <c:v>551.96</c:v>
                </c:pt>
                <c:pt idx="296">
                  <c:v>552.24</c:v>
                </c:pt>
                <c:pt idx="297">
                  <c:v>542.56</c:v>
                </c:pt>
                <c:pt idx="298">
                  <c:v>515.04</c:v>
                </c:pt>
                <c:pt idx="299">
                  <c:v>512.91</c:v>
                </c:pt>
                <c:pt idx="300">
                  <c:v>546.76</c:v>
                </c:pt>
                <c:pt idx="301">
                  <c:v>548.23</c:v>
                </c:pt>
                <c:pt idx="302">
                  <c:v>556.63</c:v>
                </c:pt>
                <c:pt idx="303">
                  <c:v>557.14</c:v>
                </c:pt>
                <c:pt idx="304">
                  <c:v>576.98</c:v>
                </c:pt>
                <c:pt idx="305">
                  <c:v>576.28</c:v>
                </c:pt>
                <c:pt idx="306">
                  <c:v>575.57</c:v>
                </c:pt>
                <c:pt idx="307">
                  <c:v>564.38</c:v>
                </c:pt>
                <c:pt idx="308">
                  <c:v>583.67</c:v>
                </c:pt>
                <c:pt idx="309">
                  <c:v>594.3</c:v>
                </c:pt>
                <c:pt idx="310">
                  <c:v>604.92</c:v>
                </c:pt>
                <c:pt idx="311">
                  <c:v>627.43</c:v>
                </c:pt>
                <c:pt idx="312">
                  <c:v>627.18</c:v>
                </c:pt>
                <c:pt idx="313">
                  <c:v>632.88</c:v>
                </c:pt>
                <c:pt idx="314">
                  <c:v>640.21</c:v>
                </c:pt>
                <c:pt idx="315">
                  <c:v>643.29</c:v>
                </c:pt>
                <c:pt idx="316">
                  <c:v>655.74</c:v>
                </c:pt>
                <c:pt idx="317">
                  <c:v>656.1</c:v>
                </c:pt>
                <c:pt idx="318">
                  <c:v>668.76</c:v>
                </c:pt>
                <c:pt idx="319">
                  <c:v>683.6</c:v>
                </c:pt>
                <c:pt idx="320">
                  <c:v>702.8</c:v>
                </c:pt>
                <c:pt idx="321">
                  <c:v>709.71</c:v>
                </c:pt>
                <c:pt idx="322">
                  <c:v>749.58</c:v>
                </c:pt>
                <c:pt idx="323">
                  <c:v>720.38</c:v>
                </c:pt>
                <c:pt idx="324">
                  <c:v>701.02</c:v>
                </c:pt>
                <c:pt idx="325">
                  <c:v>702.92</c:v>
                </c:pt>
                <c:pt idx="326">
                  <c:v>718.11</c:v>
                </c:pt>
                <c:pt idx="327">
                  <c:v>721.59</c:v>
                </c:pt>
                <c:pt idx="328">
                  <c:v>747.58</c:v>
                </c:pt>
                <c:pt idx="329">
                  <c:v>770.21</c:v>
                </c:pt>
                <c:pt idx="330">
                  <c:v>773.51</c:v>
                </c:pt>
                <c:pt idx="331">
                  <c:v>719.83</c:v>
                </c:pt>
                <c:pt idx="332">
                  <c:v>732.68</c:v>
                </c:pt>
                <c:pt idx="333">
                  <c:v>665.44</c:v>
                </c:pt>
                <c:pt idx="334">
                  <c:v>717.8</c:v>
                </c:pt>
                <c:pt idx="335">
                  <c:v>739.14</c:v>
                </c:pt>
                <c:pt idx="336">
                  <c:v>752.39</c:v>
                </c:pt>
                <c:pt idx="337">
                  <c:v>781.97</c:v>
                </c:pt>
                <c:pt idx="338">
                  <c:v>730.53</c:v>
                </c:pt>
                <c:pt idx="339">
                  <c:v>780.89</c:v>
                </c:pt>
                <c:pt idx="340">
                  <c:v>791.14</c:v>
                </c:pt>
                <c:pt idx="341">
                  <c:v>776.83</c:v>
                </c:pt>
                <c:pt idx="342">
                  <c:v>790.17</c:v>
                </c:pt>
                <c:pt idx="343">
                  <c:v>806.32</c:v>
                </c:pt>
                <c:pt idx="344">
                  <c:v>833.77</c:v>
                </c:pt>
                <c:pt idx="345">
                  <c:v>857.61</c:v>
                </c:pt>
                <c:pt idx="346">
                  <c:v>856.21</c:v>
                </c:pt>
                <c:pt idx="347">
                  <c:v>784.2</c:v>
                </c:pt>
                <c:pt idx="348">
                  <c:v>686.08</c:v>
                </c:pt>
                <c:pt idx="349">
                  <c:v>773.1</c:v>
                </c:pt>
                <c:pt idx="350">
                  <c:v>808.11</c:v>
                </c:pt>
                <c:pt idx="351">
                  <c:v>822.97</c:v>
                </c:pt>
                <c:pt idx="352">
                  <c:v>868.32</c:v>
                </c:pt>
                <c:pt idx="353">
                  <c:v>929.15</c:v>
                </c:pt>
                <c:pt idx="354">
                  <c:v>892.71</c:v>
                </c:pt>
                <c:pt idx="355">
                  <c:v>868.01</c:v>
                </c:pt>
                <c:pt idx="356">
                  <c:v>961.36</c:v>
                </c:pt>
                <c:pt idx="357">
                  <c:v>997.05</c:v>
                </c:pt>
                <c:pt idx="358">
                  <c:v>985.94</c:v>
                </c:pt>
                <c:pt idx="359">
                  <c:v>1011.67</c:v>
                </c:pt>
                <c:pt idx="360">
                  <c:v>1054.6</c:v>
                </c:pt>
                <c:pt idx="361">
                  <c:v>1109.89</c:v>
                </c:pt>
                <c:pt idx="362">
                  <c:v>1115.98</c:v>
                </c:pt>
                <c:pt idx="363">
                  <c:v>1140.77</c:v>
                </c:pt>
                <c:pt idx="364">
                  <c:v>1166.72</c:v>
                </c:pt>
                <c:pt idx="365">
                  <c:v>1200.54</c:v>
                </c:pt>
                <c:pt idx="366">
                  <c:v>1143.43</c:v>
                </c:pt>
                <c:pt idx="367">
                  <c:v>1222.49</c:v>
                </c:pt>
                <c:pt idx="368">
                  <c:v>1212.31</c:v>
                </c:pt>
                <c:pt idx="369">
                  <c:v>1265.18</c:v>
                </c:pt>
                <c:pt idx="370">
                  <c:v>1198.65</c:v>
                </c:pt>
                <c:pt idx="371">
                  <c:v>1161.06</c:v>
                </c:pt>
                <c:pt idx="372">
                  <c:v>1202.59</c:v>
                </c:pt>
                <c:pt idx="373">
                  <c:v>1096.82</c:v>
                </c:pt>
                <c:pt idx="374">
                  <c:v>1096.88</c:v>
                </c:pt>
                <c:pt idx="375">
                  <c:v>1004.83</c:v>
                </c:pt>
                <c:pt idx="376">
                  <c:v>1096.38</c:v>
                </c:pt>
                <c:pt idx="377">
                  <c:v>1049.85</c:v>
                </c:pt>
                <c:pt idx="378">
                  <c:v>951.8</c:v>
                </c:pt>
                <c:pt idx="379">
                  <c:v>1027.81</c:v>
                </c:pt>
                <c:pt idx="380">
                  <c:v>1083.06</c:v>
                </c:pt>
                <c:pt idx="381">
                  <c:v>1019.19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MSCI World</c:v>
                </c:pt>
              </c:strCache>
            </c:strRef>
          </c:tx>
          <c:spPr>
            <a:solidFill>
              <a:srgbClr val="C98B93"/>
            </a:solidFill>
            <a:ln w="28575" cap="flat">
              <a:solidFill>
                <a:srgbClr val="C98B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8B93"/>
              </a:solidFill>
              <a:ln w="9525" cap="flat">
                <a:solidFill>
                  <a:srgbClr val="C98B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Sheet1!$A$2:$A$383</c:f>
              <c:multiLvlStrCache>
                <c:ptCount val="382"/>
                <c:lvl>
                  <c:pt idx="0">
                    <c:v>1991-03</c:v>
                  </c:pt>
                  <c:pt idx="1">
                    <c:v>1991-04</c:v>
                  </c:pt>
                  <c:pt idx="2">
                    <c:v>1991-05</c:v>
                  </c:pt>
                  <c:pt idx="3">
                    <c:v>1991-06</c:v>
                  </c:pt>
                  <c:pt idx="4">
                    <c:v>1991-07</c:v>
                  </c:pt>
                  <c:pt idx="5">
                    <c:v>1991-08</c:v>
                  </c:pt>
                  <c:pt idx="6">
                    <c:v>1991-09</c:v>
                  </c:pt>
                  <c:pt idx="7">
                    <c:v>1991-10</c:v>
                  </c:pt>
                  <c:pt idx="8">
                    <c:v>1991-11</c:v>
                  </c:pt>
                  <c:pt idx="9">
                    <c:v>1991-12</c:v>
                  </c:pt>
                  <c:pt idx="10">
                    <c:v>1992-01</c:v>
                  </c:pt>
                  <c:pt idx="11">
                    <c:v>1992-02</c:v>
                  </c:pt>
                  <c:pt idx="12">
                    <c:v>1992-03</c:v>
                  </c:pt>
                  <c:pt idx="13">
                    <c:v>1992-04</c:v>
                  </c:pt>
                  <c:pt idx="14">
                    <c:v>1992-05</c:v>
                  </c:pt>
                  <c:pt idx="15">
                    <c:v>1992-06</c:v>
                  </c:pt>
                  <c:pt idx="16">
                    <c:v>1992-07</c:v>
                  </c:pt>
                  <c:pt idx="17">
                    <c:v>1992-08</c:v>
                  </c:pt>
                  <c:pt idx="18">
                    <c:v>1992-09</c:v>
                  </c:pt>
                  <c:pt idx="19">
                    <c:v>1992-10</c:v>
                  </c:pt>
                  <c:pt idx="20">
                    <c:v>1992-11</c:v>
                  </c:pt>
                  <c:pt idx="21">
                    <c:v>1992-12</c:v>
                  </c:pt>
                  <c:pt idx="22">
                    <c:v>1993-01</c:v>
                  </c:pt>
                  <c:pt idx="23">
                    <c:v>1993-02</c:v>
                  </c:pt>
                  <c:pt idx="24">
                    <c:v>1993-03</c:v>
                  </c:pt>
                  <c:pt idx="25">
                    <c:v>1993-04</c:v>
                  </c:pt>
                  <c:pt idx="26">
                    <c:v>1993-05</c:v>
                  </c:pt>
                  <c:pt idx="27">
                    <c:v>1993-06</c:v>
                  </c:pt>
                  <c:pt idx="28">
                    <c:v>1993-07</c:v>
                  </c:pt>
                  <c:pt idx="29">
                    <c:v>1993-08</c:v>
                  </c:pt>
                  <c:pt idx="30">
                    <c:v>1993-09</c:v>
                  </c:pt>
                  <c:pt idx="31">
                    <c:v>1993-10</c:v>
                  </c:pt>
                  <c:pt idx="32">
                    <c:v>1993-11</c:v>
                  </c:pt>
                  <c:pt idx="33">
                    <c:v>1993-12</c:v>
                  </c:pt>
                  <c:pt idx="34">
                    <c:v>1994-01</c:v>
                  </c:pt>
                  <c:pt idx="35">
                    <c:v>1994-02</c:v>
                  </c:pt>
                  <c:pt idx="36">
                    <c:v>1994-03</c:v>
                  </c:pt>
                  <c:pt idx="37">
                    <c:v>1994-04</c:v>
                  </c:pt>
                  <c:pt idx="38">
                    <c:v>1994-05</c:v>
                  </c:pt>
                  <c:pt idx="39">
                    <c:v>1994-06</c:v>
                  </c:pt>
                  <c:pt idx="40">
                    <c:v>1994-07</c:v>
                  </c:pt>
                  <c:pt idx="41">
                    <c:v>1994-08</c:v>
                  </c:pt>
                  <c:pt idx="42">
                    <c:v>1994-09</c:v>
                  </c:pt>
                  <c:pt idx="43">
                    <c:v>1994-10</c:v>
                  </c:pt>
                  <c:pt idx="44">
                    <c:v>1994-11</c:v>
                  </c:pt>
                  <c:pt idx="45">
                    <c:v>1994-12</c:v>
                  </c:pt>
                  <c:pt idx="46">
                    <c:v>1995-01</c:v>
                  </c:pt>
                  <c:pt idx="47">
                    <c:v>1995-02</c:v>
                  </c:pt>
                  <c:pt idx="48">
                    <c:v>1995-03</c:v>
                  </c:pt>
                  <c:pt idx="49">
                    <c:v>1995-04</c:v>
                  </c:pt>
                  <c:pt idx="50">
                    <c:v>1995-05</c:v>
                  </c:pt>
                  <c:pt idx="51">
                    <c:v>1995-06</c:v>
                  </c:pt>
                  <c:pt idx="52">
                    <c:v>1995-07</c:v>
                  </c:pt>
                  <c:pt idx="53">
                    <c:v>1995-08</c:v>
                  </c:pt>
                  <c:pt idx="54">
                    <c:v>1995-09</c:v>
                  </c:pt>
                  <c:pt idx="55">
                    <c:v>1995-10</c:v>
                  </c:pt>
                  <c:pt idx="56">
                    <c:v>1995-11</c:v>
                  </c:pt>
                  <c:pt idx="57">
                    <c:v>1995-12</c:v>
                  </c:pt>
                  <c:pt idx="58">
                    <c:v>1996-01</c:v>
                  </c:pt>
                  <c:pt idx="59">
                    <c:v>1996-02</c:v>
                  </c:pt>
                  <c:pt idx="60">
                    <c:v>1996-03</c:v>
                  </c:pt>
                  <c:pt idx="61">
                    <c:v>1996-04</c:v>
                  </c:pt>
                  <c:pt idx="62">
                    <c:v>1996-05</c:v>
                  </c:pt>
                  <c:pt idx="63">
                    <c:v>1996-06</c:v>
                  </c:pt>
                  <c:pt idx="64">
                    <c:v>1996-07</c:v>
                  </c:pt>
                  <c:pt idx="65">
                    <c:v>1996-08</c:v>
                  </c:pt>
                  <c:pt idx="66">
                    <c:v>1996-09</c:v>
                  </c:pt>
                  <c:pt idx="67">
                    <c:v>1996-10</c:v>
                  </c:pt>
                  <c:pt idx="68">
                    <c:v>1996-11</c:v>
                  </c:pt>
                  <c:pt idx="69">
                    <c:v>1996-12</c:v>
                  </c:pt>
                  <c:pt idx="70">
                    <c:v>1997-01</c:v>
                  </c:pt>
                  <c:pt idx="71">
                    <c:v>1997-02</c:v>
                  </c:pt>
                  <c:pt idx="72">
                    <c:v>1997-03</c:v>
                  </c:pt>
                  <c:pt idx="73">
                    <c:v>1997-04</c:v>
                  </c:pt>
                  <c:pt idx="74">
                    <c:v>1997-05</c:v>
                  </c:pt>
                  <c:pt idx="75">
                    <c:v>1997-06</c:v>
                  </c:pt>
                  <c:pt idx="76">
                    <c:v>1997-07</c:v>
                  </c:pt>
                  <c:pt idx="77">
                    <c:v>1997-08</c:v>
                  </c:pt>
                  <c:pt idx="78">
                    <c:v>1997-09</c:v>
                  </c:pt>
                  <c:pt idx="79">
                    <c:v>1997-10</c:v>
                  </c:pt>
                  <c:pt idx="80">
                    <c:v>1997-11</c:v>
                  </c:pt>
                  <c:pt idx="81">
                    <c:v>1997-12</c:v>
                  </c:pt>
                  <c:pt idx="82">
                    <c:v>1998-01</c:v>
                  </c:pt>
                  <c:pt idx="83">
                    <c:v>1998-02</c:v>
                  </c:pt>
                  <c:pt idx="84">
                    <c:v>1998-03</c:v>
                  </c:pt>
                  <c:pt idx="85">
                    <c:v>1998-04</c:v>
                  </c:pt>
                  <c:pt idx="86">
                    <c:v>1998-05</c:v>
                  </c:pt>
                  <c:pt idx="87">
                    <c:v>1998-06</c:v>
                  </c:pt>
                  <c:pt idx="88">
                    <c:v>1998-07</c:v>
                  </c:pt>
                  <c:pt idx="89">
                    <c:v>1998-08</c:v>
                  </c:pt>
                  <c:pt idx="90">
                    <c:v>1998-09</c:v>
                  </c:pt>
                  <c:pt idx="91">
                    <c:v>1998-10</c:v>
                  </c:pt>
                  <c:pt idx="92">
                    <c:v>1998-11</c:v>
                  </c:pt>
                  <c:pt idx="93">
                    <c:v>1998-12</c:v>
                  </c:pt>
                  <c:pt idx="94">
                    <c:v>1999-01</c:v>
                  </c:pt>
                  <c:pt idx="95">
                    <c:v>1999-02</c:v>
                  </c:pt>
                  <c:pt idx="96">
                    <c:v>1999-03</c:v>
                  </c:pt>
                  <c:pt idx="97">
                    <c:v>1999-04</c:v>
                  </c:pt>
                  <c:pt idx="98">
                    <c:v>1999-05</c:v>
                  </c:pt>
                  <c:pt idx="99">
                    <c:v>1999-06</c:v>
                  </c:pt>
                  <c:pt idx="100">
                    <c:v>1999-07</c:v>
                  </c:pt>
                  <c:pt idx="101">
                    <c:v>1999-08</c:v>
                  </c:pt>
                  <c:pt idx="102">
                    <c:v>1999-09</c:v>
                  </c:pt>
                  <c:pt idx="103">
                    <c:v>1999-10</c:v>
                  </c:pt>
                  <c:pt idx="104">
                    <c:v>1999-11</c:v>
                  </c:pt>
                  <c:pt idx="105">
                    <c:v>1999-12</c:v>
                  </c:pt>
                  <c:pt idx="106">
                    <c:v>2000-01</c:v>
                  </c:pt>
                  <c:pt idx="107">
                    <c:v>2000-02</c:v>
                  </c:pt>
                  <c:pt idx="108">
                    <c:v>2000-03</c:v>
                  </c:pt>
                  <c:pt idx="109">
                    <c:v>2000-04</c:v>
                  </c:pt>
                  <c:pt idx="110">
                    <c:v>2000-05</c:v>
                  </c:pt>
                  <c:pt idx="111">
                    <c:v>2000-06</c:v>
                  </c:pt>
                  <c:pt idx="112">
                    <c:v>2000-07</c:v>
                  </c:pt>
                  <c:pt idx="113">
                    <c:v>2000-08</c:v>
                  </c:pt>
                  <c:pt idx="114">
                    <c:v>2000-09</c:v>
                  </c:pt>
                  <c:pt idx="115">
                    <c:v>2000-10</c:v>
                  </c:pt>
                  <c:pt idx="116">
                    <c:v>2000-11</c:v>
                  </c:pt>
                  <c:pt idx="117">
                    <c:v>2000-12</c:v>
                  </c:pt>
                  <c:pt idx="118">
                    <c:v>2001-01</c:v>
                  </c:pt>
                  <c:pt idx="119">
                    <c:v>2001-02</c:v>
                  </c:pt>
                  <c:pt idx="120">
                    <c:v>2001-03</c:v>
                  </c:pt>
                  <c:pt idx="121">
                    <c:v>2001-04</c:v>
                  </c:pt>
                  <c:pt idx="122">
                    <c:v>2001-05</c:v>
                  </c:pt>
                  <c:pt idx="123">
                    <c:v>2001-06</c:v>
                  </c:pt>
                  <c:pt idx="124">
                    <c:v>2001-07</c:v>
                  </c:pt>
                  <c:pt idx="125">
                    <c:v>2001-08</c:v>
                  </c:pt>
                  <c:pt idx="126">
                    <c:v>2001-09</c:v>
                  </c:pt>
                  <c:pt idx="127">
                    <c:v>2001-10</c:v>
                  </c:pt>
                  <c:pt idx="128">
                    <c:v>2001-11</c:v>
                  </c:pt>
                  <c:pt idx="129">
                    <c:v>2001-12</c:v>
                  </c:pt>
                  <c:pt idx="130">
                    <c:v>2002-01</c:v>
                  </c:pt>
                  <c:pt idx="131">
                    <c:v>2002-02</c:v>
                  </c:pt>
                  <c:pt idx="132">
                    <c:v>2002-03</c:v>
                  </c:pt>
                  <c:pt idx="133">
                    <c:v>2002-04</c:v>
                  </c:pt>
                  <c:pt idx="134">
                    <c:v>2002-05</c:v>
                  </c:pt>
                  <c:pt idx="135">
                    <c:v>2002-06</c:v>
                  </c:pt>
                  <c:pt idx="136">
                    <c:v>2002-07</c:v>
                  </c:pt>
                  <c:pt idx="137">
                    <c:v>2002-08</c:v>
                  </c:pt>
                  <c:pt idx="138">
                    <c:v>2002-09</c:v>
                  </c:pt>
                  <c:pt idx="139">
                    <c:v>2002-10</c:v>
                  </c:pt>
                  <c:pt idx="140">
                    <c:v>2002-11</c:v>
                  </c:pt>
                  <c:pt idx="141">
                    <c:v>2002-12</c:v>
                  </c:pt>
                  <c:pt idx="142">
                    <c:v>2003-01</c:v>
                  </c:pt>
                  <c:pt idx="143">
                    <c:v>2003-02</c:v>
                  </c:pt>
                  <c:pt idx="144">
                    <c:v>2003-03</c:v>
                  </c:pt>
                  <c:pt idx="145">
                    <c:v>2003-04</c:v>
                  </c:pt>
                  <c:pt idx="146">
                    <c:v>2003-05</c:v>
                  </c:pt>
                  <c:pt idx="147">
                    <c:v>2003-06</c:v>
                  </c:pt>
                  <c:pt idx="148">
                    <c:v>2003-07</c:v>
                  </c:pt>
                  <c:pt idx="149">
                    <c:v>2003-08</c:v>
                  </c:pt>
                  <c:pt idx="150">
                    <c:v>2003-09</c:v>
                  </c:pt>
                  <c:pt idx="151">
                    <c:v>2003-10</c:v>
                  </c:pt>
                  <c:pt idx="152">
                    <c:v>2003-11</c:v>
                  </c:pt>
                  <c:pt idx="153">
                    <c:v>2003-12</c:v>
                  </c:pt>
                  <c:pt idx="154">
                    <c:v>2004-01</c:v>
                  </c:pt>
                  <c:pt idx="155">
                    <c:v>2004-02</c:v>
                  </c:pt>
                  <c:pt idx="156">
                    <c:v>2004-03</c:v>
                  </c:pt>
                  <c:pt idx="157">
                    <c:v>2004-04</c:v>
                  </c:pt>
                  <c:pt idx="158">
                    <c:v>2004-05</c:v>
                  </c:pt>
                  <c:pt idx="159">
                    <c:v>2004-06</c:v>
                  </c:pt>
                  <c:pt idx="160">
                    <c:v>2004-07</c:v>
                  </c:pt>
                  <c:pt idx="161">
                    <c:v>2004-08</c:v>
                  </c:pt>
                  <c:pt idx="162">
                    <c:v>2004-09</c:v>
                  </c:pt>
                  <c:pt idx="163">
                    <c:v>2004-10</c:v>
                  </c:pt>
                  <c:pt idx="164">
                    <c:v>2004-11</c:v>
                  </c:pt>
                  <c:pt idx="165">
                    <c:v>2004-12</c:v>
                  </c:pt>
                  <c:pt idx="166">
                    <c:v>2005-01</c:v>
                  </c:pt>
                  <c:pt idx="167">
                    <c:v>2005-02</c:v>
                  </c:pt>
                  <c:pt idx="168">
                    <c:v>2005-03</c:v>
                  </c:pt>
                  <c:pt idx="169">
                    <c:v>2005-04</c:v>
                  </c:pt>
                  <c:pt idx="170">
                    <c:v>2005-05</c:v>
                  </c:pt>
                  <c:pt idx="171">
                    <c:v>2005-06</c:v>
                  </c:pt>
                  <c:pt idx="172">
                    <c:v>2005-07</c:v>
                  </c:pt>
                  <c:pt idx="173">
                    <c:v>2005-08</c:v>
                  </c:pt>
                  <c:pt idx="174">
                    <c:v>2005-09</c:v>
                  </c:pt>
                  <c:pt idx="175">
                    <c:v>2005-10</c:v>
                  </c:pt>
                  <c:pt idx="176">
                    <c:v>2005-11</c:v>
                  </c:pt>
                  <c:pt idx="177">
                    <c:v>2005-12</c:v>
                  </c:pt>
                  <c:pt idx="178">
                    <c:v>2006-01</c:v>
                  </c:pt>
                  <c:pt idx="179">
                    <c:v>2006-02</c:v>
                  </c:pt>
                  <c:pt idx="180">
                    <c:v>2006-03</c:v>
                  </c:pt>
                  <c:pt idx="181">
                    <c:v>2006-04</c:v>
                  </c:pt>
                  <c:pt idx="182">
                    <c:v>2006-05</c:v>
                  </c:pt>
                  <c:pt idx="183">
                    <c:v>2006-06</c:v>
                  </c:pt>
                  <c:pt idx="184">
                    <c:v>2006-07</c:v>
                  </c:pt>
                  <c:pt idx="185">
                    <c:v>2006-08</c:v>
                  </c:pt>
                  <c:pt idx="186">
                    <c:v>2006-09</c:v>
                  </c:pt>
                  <c:pt idx="187">
                    <c:v>2006-10</c:v>
                  </c:pt>
                  <c:pt idx="188">
                    <c:v>2006-11</c:v>
                  </c:pt>
                  <c:pt idx="189">
                    <c:v>2006-12</c:v>
                  </c:pt>
                  <c:pt idx="190">
                    <c:v>2007-01</c:v>
                  </c:pt>
                  <c:pt idx="191">
                    <c:v>2007-02</c:v>
                  </c:pt>
                  <c:pt idx="192">
                    <c:v>2007-03</c:v>
                  </c:pt>
                  <c:pt idx="193">
                    <c:v>2007-04</c:v>
                  </c:pt>
                  <c:pt idx="194">
                    <c:v>2007-05</c:v>
                  </c:pt>
                  <c:pt idx="195">
                    <c:v>2007-06</c:v>
                  </c:pt>
                  <c:pt idx="196">
                    <c:v>2007-07</c:v>
                  </c:pt>
                  <c:pt idx="197">
                    <c:v>2007-08</c:v>
                  </c:pt>
                  <c:pt idx="198">
                    <c:v>2007-09</c:v>
                  </c:pt>
                  <c:pt idx="199">
                    <c:v>2007-10</c:v>
                  </c:pt>
                  <c:pt idx="200">
                    <c:v>2007-11</c:v>
                  </c:pt>
                  <c:pt idx="201">
                    <c:v>2007-12</c:v>
                  </c:pt>
                  <c:pt idx="202">
                    <c:v>2008-01</c:v>
                  </c:pt>
                  <c:pt idx="203">
                    <c:v>2008-02</c:v>
                  </c:pt>
                  <c:pt idx="204">
                    <c:v>2008-03</c:v>
                  </c:pt>
                  <c:pt idx="205">
                    <c:v>2008-04</c:v>
                  </c:pt>
                  <c:pt idx="206">
                    <c:v>2008-05</c:v>
                  </c:pt>
                  <c:pt idx="207">
                    <c:v>2008-06</c:v>
                  </c:pt>
                  <c:pt idx="208">
                    <c:v>2008-07</c:v>
                  </c:pt>
                  <c:pt idx="209">
                    <c:v>2008-08</c:v>
                  </c:pt>
                  <c:pt idx="210">
                    <c:v>2008-09</c:v>
                  </c:pt>
                  <c:pt idx="211">
                    <c:v>2008-10</c:v>
                  </c:pt>
                  <c:pt idx="212">
                    <c:v>2008-11</c:v>
                  </c:pt>
                  <c:pt idx="213">
                    <c:v>2008-12</c:v>
                  </c:pt>
                  <c:pt idx="214">
                    <c:v>2009-01</c:v>
                  </c:pt>
                  <c:pt idx="215">
                    <c:v>2009-02</c:v>
                  </c:pt>
                  <c:pt idx="216">
                    <c:v>2009-03</c:v>
                  </c:pt>
                  <c:pt idx="217">
                    <c:v>2009-04</c:v>
                  </c:pt>
                  <c:pt idx="218">
                    <c:v>2009-05</c:v>
                  </c:pt>
                  <c:pt idx="219">
                    <c:v>2009-06</c:v>
                  </c:pt>
                  <c:pt idx="220">
                    <c:v>2009-07</c:v>
                  </c:pt>
                  <c:pt idx="221">
                    <c:v>2009-08</c:v>
                  </c:pt>
                  <c:pt idx="222">
                    <c:v>2009-09</c:v>
                  </c:pt>
                  <c:pt idx="223">
                    <c:v>2009-10</c:v>
                  </c:pt>
                  <c:pt idx="224">
                    <c:v>2009-11</c:v>
                  </c:pt>
                  <c:pt idx="225">
                    <c:v>2009-12</c:v>
                  </c:pt>
                  <c:pt idx="226">
                    <c:v>2010-01</c:v>
                  </c:pt>
                  <c:pt idx="227">
                    <c:v>2010-02</c:v>
                  </c:pt>
                  <c:pt idx="228">
                    <c:v>2010-03</c:v>
                  </c:pt>
                  <c:pt idx="229">
                    <c:v>2010-04</c:v>
                  </c:pt>
                  <c:pt idx="230">
                    <c:v>2010-05</c:v>
                  </c:pt>
                  <c:pt idx="231">
                    <c:v>2010-06</c:v>
                  </c:pt>
                  <c:pt idx="232">
                    <c:v>2010-07</c:v>
                  </c:pt>
                  <c:pt idx="233">
                    <c:v>2010-08</c:v>
                  </c:pt>
                  <c:pt idx="234">
                    <c:v>2010-09</c:v>
                  </c:pt>
                  <c:pt idx="235">
                    <c:v>2010-10</c:v>
                  </c:pt>
                  <c:pt idx="236">
                    <c:v>2010-11</c:v>
                  </c:pt>
                  <c:pt idx="237">
                    <c:v>2010-12</c:v>
                  </c:pt>
                  <c:pt idx="238">
                    <c:v>2011-01</c:v>
                  </c:pt>
                  <c:pt idx="239">
                    <c:v>2011-02</c:v>
                  </c:pt>
                  <c:pt idx="240">
                    <c:v>2011-03</c:v>
                  </c:pt>
                  <c:pt idx="241">
                    <c:v>2011-04</c:v>
                  </c:pt>
                  <c:pt idx="242">
                    <c:v>2011-05</c:v>
                  </c:pt>
                  <c:pt idx="243">
                    <c:v>2011-06</c:v>
                  </c:pt>
                  <c:pt idx="244">
                    <c:v>2011-07</c:v>
                  </c:pt>
                  <c:pt idx="245">
                    <c:v>2011-08</c:v>
                  </c:pt>
                  <c:pt idx="246">
                    <c:v>2011-09</c:v>
                  </c:pt>
                  <c:pt idx="247">
                    <c:v>2011-10</c:v>
                  </c:pt>
                  <c:pt idx="248">
                    <c:v>2011-11</c:v>
                  </c:pt>
                  <c:pt idx="249">
                    <c:v>2011-12</c:v>
                  </c:pt>
                  <c:pt idx="250">
                    <c:v>2012-01</c:v>
                  </c:pt>
                  <c:pt idx="251">
                    <c:v>2012-02</c:v>
                  </c:pt>
                  <c:pt idx="252">
                    <c:v>2012-03</c:v>
                  </c:pt>
                  <c:pt idx="253">
                    <c:v>2012-04</c:v>
                  </c:pt>
                  <c:pt idx="254">
                    <c:v>2012-05</c:v>
                  </c:pt>
                  <c:pt idx="255">
                    <c:v>2012-06</c:v>
                  </c:pt>
                  <c:pt idx="256">
                    <c:v>2012-07</c:v>
                  </c:pt>
                  <c:pt idx="257">
                    <c:v>2012-08</c:v>
                  </c:pt>
                  <c:pt idx="258">
                    <c:v>2012-09</c:v>
                  </c:pt>
                  <c:pt idx="259">
                    <c:v>2012-10</c:v>
                  </c:pt>
                  <c:pt idx="260">
                    <c:v>2012-11</c:v>
                  </c:pt>
                  <c:pt idx="261">
                    <c:v>2012-12</c:v>
                  </c:pt>
                  <c:pt idx="262">
                    <c:v>2013-01</c:v>
                  </c:pt>
                  <c:pt idx="263">
                    <c:v>2013-02</c:v>
                  </c:pt>
                  <c:pt idx="264">
                    <c:v>2013-03</c:v>
                  </c:pt>
                  <c:pt idx="265">
                    <c:v>2013-04</c:v>
                  </c:pt>
                  <c:pt idx="266">
                    <c:v>2013-05</c:v>
                  </c:pt>
                  <c:pt idx="267">
                    <c:v>2013-06</c:v>
                  </c:pt>
                  <c:pt idx="268">
                    <c:v>2013-07</c:v>
                  </c:pt>
                  <c:pt idx="269">
                    <c:v>2013-08</c:v>
                  </c:pt>
                  <c:pt idx="270">
                    <c:v>2013-09</c:v>
                  </c:pt>
                  <c:pt idx="271">
                    <c:v>2013-10</c:v>
                  </c:pt>
                  <c:pt idx="272">
                    <c:v>2013-11</c:v>
                  </c:pt>
                  <c:pt idx="273">
                    <c:v>2013-12</c:v>
                  </c:pt>
                  <c:pt idx="274">
                    <c:v>2014-01</c:v>
                  </c:pt>
                  <c:pt idx="275">
                    <c:v>2014-02</c:v>
                  </c:pt>
                  <c:pt idx="276">
                    <c:v>2014-03</c:v>
                  </c:pt>
                  <c:pt idx="277">
                    <c:v>2014-04</c:v>
                  </c:pt>
                  <c:pt idx="278">
                    <c:v>2014-05</c:v>
                  </c:pt>
                  <c:pt idx="279">
                    <c:v>2014-06</c:v>
                  </c:pt>
                  <c:pt idx="280">
                    <c:v>2014-07</c:v>
                  </c:pt>
                  <c:pt idx="281">
                    <c:v>2014-08</c:v>
                  </c:pt>
                  <c:pt idx="282">
                    <c:v>2014-09</c:v>
                  </c:pt>
                  <c:pt idx="283">
                    <c:v>2014-10</c:v>
                  </c:pt>
                  <c:pt idx="284">
                    <c:v>2014-11</c:v>
                  </c:pt>
                  <c:pt idx="285">
                    <c:v>2014-12</c:v>
                  </c:pt>
                  <c:pt idx="286">
                    <c:v>2015-01</c:v>
                  </c:pt>
                  <c:pt idx="287">
                    <c:v>2015-02</c:v>
                  </c:pt>
                  <c:pt idx="288">
                    <c:v>2015-03</c:v>
                  </c:pt>
                  <c:pt idx="289">
                    <c:v>2015-04</c:v>
                  </c:pt>
                  <c:pt idx="290">
                    <c:v>2015-05</c:v>
                  </c:pt>
                  <c:pt idx="291">
                    <c:v>2015-06</c:v>
                  </c:pt>
                  <c:pt idx="292">
                    <c:v>2015-07</c:v>
                  </c:pt>
                  <c:pt idx="293">
                    <c:v>2015-08</c:v>
                  </c:pt>
                  <c:pt idx="294">
                    <c:v>2015-09</c:v>
                  </c:pt>
                  <c:pt idx="295">
                    <c:v>2015-10</c:v>
                  </c:pt>
                  <c:pt idx="296">
                    <c:v>2015-11</c:v>
                  </c:pt>
                  <c:pt idx="297">
                    <c:v>2015-12</c:v>
                  </c:pt>
                  <c:pt idx="298">
                    <c:v>2016-01</c:v>
                  </c:pt>
                  <c:pt idx="299">
                    <c:v>2016-02</c:v>
                  </c:pt>
                  <c:pt idx="300">
                    <c:v>2016-03</c:v>
                  </c:pt>
                  <c:pt idx="301">
                    <c:v>2016-04</c:v>
                  </c:pt>
                  <c:pt idx="302">
                    <c:v>2016-05</c:v>
                  </c:pt>
                  <c:pt idx="303">
                    <c:v>2016-06</c:v>
                  </c:pt>
                  <c:pt idx="304">
                    <c:v>2016-07</c:v>
                  </c:pt>
                  <c:pt idx="305">
                    <c:v>2016-08</c:v>
                  </c:pt>
                  <c:pt idx="306">
                    <c:v>2016-09</c:v>
                  </c:pt>
                  <c:pt idx="307">
                    <c:v>2016-10</c:v>
                  </c:pt>
                  <c:pt idx="308">
                    <c:v>2016-11</c:v>
                  </c:pt>
                  <c:pt idx="309">
                    <c:v>2016-12</c:v>
                  </c:pt>
                  <c:pt idx="310">
                    <c:v>2017-01</c:v>
                  </c:pt>
                  <c:pt idx="311">
                    <c:v>2017-02</c:v>
                  </c:pt>
                  <c:pt idx="312">
                    <c:v>2017-03</c:v>
                  </c:pt>
                  <c:pt idx="313">
                    <c:v>2017-04</c:v>
                  </c:pt>
                  <c:pt idx="314">
                    <c:v>2017-05</c:v>
                  </c:pt>
                  <c:pt idx="315">
                    <c:v>2017-06</c:v>
                  </c:pt>
                  <c:pt idx="316">
                    <c:v>2017-07</c:v>
                  </c:pt>
                  <c:pt idx="317">
                    <c:v>2017-08</c:v>
                  </c:pt>
                  <c:pt idx="318">
                    <c:v>2017-09</c:v>
                  </c:pt>
                  <c:pt idx="319">
                    <c:v>2017-10</c:v>
                  </c:pt>
                  <c:pt idx="320">
                    <c:v>2017-11</c:v>
                  </c:pt>
                  <c:pt idx="321">
                    <c:v>2017-12</c:v>
                  </c:pt>
                  <c:pt idx="322">
                    <c:v>2018-01</c:v>
                  </c:pt>
                  <c:pt idx="323">
                    <c:v>2018-02</c:v>
                  </c:pt>
                  <c:pt idx="324">
                    <c:v>2018-03</c:v>
                  </c:pt>
                  <c:pt idx="325">
                    <c:v>2018-04</c:v>
                  </c:pt>
                  <c:pt idx="326">
                    <c:v>2018-05</c:v>
                  </c:pt>
                  <c:pt idx="327">
                    <c:v>2018-06</c:v>
                  </c:pt>
                  <c:pt idx="328">
                    <c:v>2018-07</c:v>
                  </c:pt>
                  <c:pt idx="329">
                    <c:v>2018-08</c:v>
                  </c:pt>
                  <c:pt idx="330">
                    <c:v>2018-09</c:v>
                  </c:pt>
                  <c:pt idx="331">
                    <c:v>2018-10</c:v>
                  </c:pt>
                  <c:pt idx="332">
                    <c:v>2018-11</c:v>
                  </c:pt>
                  <c:pt idx="333">
                    <c:v>2018-12</c:v>
                  </c:pt>
                  <c:pt idx="334">
                    <c:v>2019-01</c:v>
                  </c:pt>
                  <c:pt idx="335">
                    <c:v>2019-02</c:v>
                  </c:pt>
                  <c:pt idx="336">
                    <c:v>2019-03</c:v>
                  </c:pt>
                  <c:pt idx="337">
                    <c:v>2019-04</c:v>
                  </c:pt>
                  <c:pt idx="338">
                    <c:v>2019-05</c:v>
                  </c:pt>
                  <c:pt idx="339">
                    <c:v>2019-06</c:v>
                  </c:pt>
                  <c:pt idx="340">
                    <c:v>2019-07</c:v>
                  </c:pt>
                  <c:pt idx="341">
                    <c:v>2019-08</c:v>
                  </c:pt>
                  <c:pt idx="342">
                    <c:v>2019-09</c:v>
                  </c:pt>
                  <c:pt idx="343">
                    <c:v>2019-10</c:v>
                  </c:pt>
                  <c:pt idx="344">
                    <c:v>2019-11</c:v>
                  </c:pt>
                  <c:pt idx="345">
                    <c:v>2019-12</c:v>
                  </c:pt>
                  <c:pt idx="346">
                    <c:v>2020-01</c:v>
                  </c:pt>
                  <c:pt idx="347">
                    <c:v>2020-02</c:v>
                  </c:pt>
                  <c:pt idx="348">
                    <c:v>2020-03</c:v>
                  </c:pt>
                  <c:pt idx="349">
                    <c:v>2020-04</c:v>
                  </c:pt>
                  <c:pt idx="350">
                    <c:v>2020-05</c:v>
                  </c:pt>
                  <c:pt idx="351">
                    <c:v>2020-06</c:v>
                  </c:pt>
                  <c:pt idx="352">
                    <c:v>2020-07</c:v>
                  </c:pt>
                  <c:pt idx="353">
                    <c:v>2020-08</c:v>
                  </c:pt>
                  <c:pt idx="354">
                    <c:v>2020-09</c:v>
                  </c:pt>
                  <c:pt idx="355">
                    <c:v>2020-10</c:v>
                  </c:pt>
                  <c:pt idx="356">
                    <c:v>2020-11</c:v>
                  </c:pt>
                  <c:pt idx="357">
                    <c:v>2020-12</c:v>
                  </c:pt>
                  <c:pt idx="358">
                    <c:v>2021-01</c:v>
                  </c:pt>
                  <c:pt idx="359">
                    <c:v>2021-02</c:v>
                  </c:pt>
                  <c:pt idx="360">
                    <c:v>2021-03</c:v>
                  </c:pt>
                  <c:pt idx="361">
                    <c:v>2021-04</c:v>
                  </c:pt>
                  <c:pt idx="362">
                    <c:v>2021-05</c:v>
                  </c:pt>
                  <c:pt idx="363">
                    <c:v>2021-06</c:v>
                  </c:pt>
                  <c:pt idx="364">
                    <c:v>2021-07</c:v>
                  </c:pt>
                  <c:pt idx="365">
                    <c:v>2021-08</c:v>
                  </c:pt>
                  <c:pt idx="366">
                    <c:v>2021-09</c:v>
                  </c:pt>
                  <c:pt idx="367">
                    <c:v>2021-10</c:v>
                  </c:pt>
                  <c:pt idx="368">
                    <c:v>2021-11</c:v>
                  </c:pt>
                  <c:pt idx="369">
                    <c:v>2021-12</c:v>
                  </c:pt>
                  <c:pt idx="370">
                    <c:v>2022-01</c:v>
                  </c:pt>
                  <c:pt idx="371">
                    <c:v>2022-02</c:v>
                  </c:pt>
                  <c:pt idx="372">
                    <c:v>2022-03</c:v>
                  </c:pt>
                  <c:pt idx="373">
                    <c:v>2022-04</c:v>
                  </c:pt>
                  <c:pt idx="374">
                    <c:v>2022-05</c:v>
                  </c:pt>
                  <c:pt idx="375">
                    <c:v>2022-06</c:v>
                  </c:pt>
                  <c:pt idx="376">
                    <c:v>2022-07</c:v>
                  </c:pt>
                  <c:pt idx="377">
                    <c:v>2022-08</c:v>
                  </c:pt>
                  <c:pt idx="378">
                    <c:v>2022-09</c:v>
                  </c:pt>
                  <c:pt idx="379">
                    <c:v>2022-10</c:v>
                  </c:pt>
                  <c:pt idx="380">
                    <c:v>2022-11</c:v>
                  </c:pt>
                  <c:pt idx="381">
                    <c:v>2022-12</c:v>
                  </c:pt>
                </c:lvl>
              </c:multiLvlStrCache>
            </c:multiLvlStrRef>
          </c:cat>
          <c:val>
            <c:numRef>
              <c:f>Sheet1!$D$2:$D$383</c:f>
              <c:numCache>
                <c:formatCode>General</c:formatCode>
                <c:ptCount val="382"/>
                <c:pt idx="0">
                  <c:v>96.41</c:v>
                </c:pt>
                <c:pt idx="1">
                  <c:v>97.46</c:v>
                </c:pt>
                <c:pt idx="2">
                  <c:v>99.5</c:v>
                </c:pt>
                <c:pt idx="3">
                  <c:v>93.18</c:v>
                </c:pt>
                <c:pt idx="4">
                  <c:v>97.39</c:v>
                </c:pt>
                <c:pt idx="5">
                  <c:v>96.89</c:v>
                </c:pt>
                <c:pt idx="6">
                  <c:v>99.23</c:v>
                </c:pt>
                <c:pt idx="7">
                  <c:v>100.65</c:v>
                </c:pt>
                <c:pt idx="8">
                  <c:v>96.08</c:v>
                </c:pt>
                <c:pt idx="9">
                  <c:v>102.08</c:v>
                </c:pt>
                <c:pt idx="10">
                  <c:v>100.79</c:v>
                </c:pt>
                <c:pt idx="11">
                  <c:v>98.85</c:v>
                </c:pt>
                <c:pt idx="12">
                  <c:v>94</c:v>
                </c:pt>
                <c:pt idx="13">
                  <c:v>95.12</c:v>
                </c:pt>
                <c:pt idx="14">
                  <c:v>98.71</c:v>
                </c:pt>
                <c:pt idx="15">
                  <c:v>95.2</c:v>
                </c:pt>
                <c:pt idx="16">
                  <c:v>95.23</c:v>
                </c:pt>
                <c:pt idx="17">
                  <c:v>97.33</c:v>
                </c:pt>
                <c:pt idx="18">
                  <c:v>96.27</c:v>
                </c:pt>
                <c:pt idx="19">
                  <c:v>93.47</c:v>
                </c:pt>
                <c:pt idx="20">
                  <c:v>94.95</c:v>
                </c:pt>
                <c:pt idx="21">
                  <c:v>95.85</c:v>
                </c:pt>
                <c:pt idx="22">
                  <c:v>95.66</c:v>
                </c:pt>
                <c:pt idx="23">
                  <c:v>97.75</c:v>
                </c:pt>
                <c:pt idx="24">
                  <c:v>103.23</c:v>
                </c:pt>
                <c:pt idx="25">
                  <c:v>107.82</c:v>
                </c:pt>
                <c:pt idx="26">
                  <c:v>110.53</c:v>
                </c:pt>
                <c:pt idx="27">
                  <c:v>109.01</c:v>
                </c:pt>
                <c:pt idx="28">
                  <c:v>111.07</c:v>
                </c:pt>
                <c:pt idx="29">
                  <c:v>115.99</c:v>
                </c:pt>
                <c:pt idx="30">
                  <c:v>113.64</c:v>
                </c:pt>
                <c:pt idx="31">
                  <c:v>116.6</c:v>
                </c:pt>
                <c:pt idx="32">
                  <c:v>109.82</c:v>
                </c:pt>
                <c:pt idx="33">
                  <c:v>115.01</c:v>
                </c:pt>
                <c:pt idx="34">
                  <c:v>122.41</c:v>
                </c:pt>
                <c:pt idx="35">
                  <c:v>120.64</c:v>
                </c:pt>
                <c:pt idx="36">
                  <c:v>115.24</c:v>
                </c:pt>
                <c:pt idx="37">
                  <c:v>118.62</c:v>
                </c:pt>
                <c:pt idx="38">
                  <c:v>118.74</c:v>
                </c:pt>
                <c:pt idx="39">
                  <c:v>118.22</c:v>
                </c:pt>
                <c:pt idx="40">
                  <c:v>120.27</c:v>
                </c:pt>
                <c:pt idx="41">
                  <c:v>123.56</c:v>
                </c:pt>
                <c:pt idx="42">
                  <c:v>120.52</c:v>
                </c:pt>
                <c:pt idx="43">
                  <c:v>122.6</c:v>
                </c:pt>
                <c:pt idx="44">
                  <c:v>117.56</c:v>
                </c:pt>
                <c:pt idx="45">
                  <c:v>118.89</c:v>
                </c:pt>
                <c:pt idx="46">
                  <c:v>117.18</c:v>
                </c:pt>
                <c:pt idx="47">
                  <c:v>117.16</c:v>
                </c:pt>
                <c:pt idx="48">
                  <c:v>122.44</c:v>
                </c:pt>
                <c:pt idx="49">
                  <c:v>128.04</c:v>
                </c:pt>
                <c:pt idx="50">
                  <c:v>129.15</c:v>
                </c:pt>
                <c:pt idx="51">
                  <c:v>128.31</c:v>
                </c:pt>
                <c:pt idx="52">
                  <c:v>134.8</c:v>
                </c:pt>
                <c:pt idx="53">
                  <c:v>131.07</c:v>
                </c:pt>
                <c:pt idx="54">
                  <c:v>134.45</c:v>
                </c:pt>
                <c:pt idx="55">
                  <c:v>132.57</c:v>
                </c:pt>
                <c:pt idx="56">
                  <c:v>137.24</c:v>
                </c:pt>
                <c:pt idx="57">
                  <c:v>140.81</c:v>
                </c:pt>
                <c:pt idx="58">
                  <c:v>141.85</c:v>
                </c:pt>
                <c:pt idx="59">
                  <c:v>144.54</c:v>
                </c:pt>
                <c:pt idx="60">
                  <c:v>146.12</c:v>
                </c:pt>
                <c:pt idx="61">
                  <c:v>149.77</c:v>
                </c:pt>
                <c:pt idx="62">
                  <c:v>149.15</c:v>
                </c:pt>
                <c:pt idx="63">
                  <c:v>149.52</c:v>
                </c:pt>
                <c:pt idx="64">
                  <c:v>143.14</c:v>
                </c:pt>
                <c:pt idx="65">
                  <c:v>146.83</c:v>
                </c:pt>
                <c:pt idx="66">
                  <c:v>150.98</c:v>
                </c:pt>
                <c:pt idx="67">
                  <c:v>151.92</c:v>
                </c:pt>
                <c:pt idx="68">
                  <c:v>160.18</c:v>
                </c:pt>
                <c:pt idx="69">
                  <c:v>158.36</c:v>
                </c:pt>
                <c:pt idx="70">
                  <c:v>158.01</c:v>
                </c:pt>
                <c:pt idx="71">
                  <c:v>162.13</c:v>
                </c:pt>
                <c:pt idx="72">
                  <c:v>160.53</c:v>
                </c:pt>
                <c:pt idx="73">
                  <c:v>160.93</c:v>
                </c:pt>
                <c:pt idx="74">
                  <c:v>173.37</c:v>
                </c:pt>
                <c:pt idx="75">
                  <c:v>181.05</c:v>
                </c:pt>
                <c:pt idx="76">
                  <c:v>188.3</c:v>
                </c:pt>
                <c:pt idx="77">
                  <c:v>177.42</c:v>
                </c:pt>
                <c:pt idx="78">
                  <c:v>185.28</c:v>
                </c:pt>
                <c:pt idx="79">
                  <c:v>173.52</c:v>
                </c:pt>
                <c:pt idx="80">
                  <c:v>177.65</c:v>
                </c:pt>
                <c:pt idx="81">
                  <c:v>180.19</c:v>
                </c:pt>
                <c:pt idx="82">
                  <c:v>185.47</c:v>
                </c:pt>
                <c:pt idx="83">
                  <c:v>196.06</c:v>
                </c:pt>
                <c:pt idx="84">
                  <c:v>203.96</c:v>
                </c:pt>
                <c:pt idx="85">
                  <c:v>203.55</c:v>
                </c:pt>
                <c:pt idx="86">
                  <c:v>204.71</c:v>
                </c:pt>
                <c:pt idx="87">
                  <c:v>208.13</c:v>
                </c:pt>
                <c:pt idx="88">
                  <c:v>210.66</c:v>
                </c:pt>
                <c:pt idx="89">
                  <c:v>186.34</c:v>
                </c:pt>
                <c:pt idx="90">
                  <c:v>188.18</c:v>
                </c:pt>
                <c:pt idx="91">
                  <c:v>197.21</c:v>
                </c:pt>
                <c:pt idx="92">
                  <c:v>215.1</c:v>
                </c:pt>
                <c:pt idx="93">
                  <c:v>222.04</c:v>
                </c:pt>
                <c:pt idx="94">
                  <c:v>223.83</c:v>
                </c:pt>
                <c:pt idx="95">
                  <c:v>220.39</c:v>
                </c:pt>
                <c:pt idx="96">
                  <c:v>228.32</c:v>
                </c:pt>
                <c:pt idx="97">
                  <c:v>237.72</c:v>
                </c:pt>
                <c:pt idx="98">
                  <c:v>225.92</c:v>
                </c:pt>
                <c:pt idx="99">
                  <c:v>237.16</c:v>
                </c:pt>
                <c:pt idx="100">
                  <c:v>236.84</c:v>
                </c:pt>
                <c:pt idx="101">
                  <c:v>238.99</c:v>
                </c:pt>
                <c:pt idx="102">
                  <c:v>231.67</c:v>
                </c:pt>
                <c:pt idx="103">
                  <c:v>241.6</c:v>
                </c:pt>
                <c:pt idx="104">
                  <c:v>256.73</c:v>
                </c:pt>
                <c:pt idx="105">
                  <c:v>271.45</c:v>
                </c:pt>
                <c:pt idx="106">
                  <c:v>256.42</c:v>
                </c:pt>
                <c:pt idx="107">
                  <c:v>255.63</c:v>
                </c:pt>
                <c:pt idx="108">
                  <c:v>272.77</c:v>
                </c:pt>
                <c:pt idx="109">
                  <c:v>263.24</c:v>
                </c:pt>
                <c:pt idx="110">
                  <c:v>257.09</c:v>
                </c:pt>
                <c:pt idx="111">
                  <c:v>262.53</c:v>
                </c:pt>
                <c:pt idx="112">
                  <c:v>255.44</c:v>
                </c:pt>
                <c:pt idx="113">
                  <c:v>264.18</c:v>
                </c:pt>
                <c:pt idx="114">
                  <c:v>252.19</c:v>
                </c:pt>
                <c:pt idx="115">
                  <c:v>242.41</c:v>
                </c:pt>
                <c:pt idx="116">
                  <c:v>231.96</c:v>
                </c:pt>
                <c:pt idx="117">
                  <c:v>236.07</c:v>
                </c:pt>
                <c:pt idx="118">
                  <c:v>238.95</c:v>
                </c:pt>
                <c:pt idx="119">
                  <c:v>220.79</c:v>
                </c:pt>
                <c:pt idx="120">
                  <c:v>202.77</c:v>
                </c:pt>
                <c:pt idx="121">
                  <c:v>218.64</c:v>
                </c:pt>
                <c:pt idx="122">
                  <c:v>215.3</c:v>
                </c:pt>
                <c:pt idx="123">
                  <c:v>208.8</c:v>
                </c:pt>
                <c:pt idx="124">
                  <c:v>203.4</c:v>
                </c:pt>
                <c:pt idx="125">
                  <c:v>195.66</c:v>
                </c:pt>
                <c:pt idx="126">
                  <c:v>177.88</c:v>
                </c:pt>
                <c:pt idx="127">
                  <c:v>181.23</c:v>
                </c:pt>
                <c:pt idx="128">
                  <c:v>191.76</c:v>
                </c:pt>
                <c:pt idx="129">
                  <c:v>192.76</c:v>
                </c:pt>
                <c:pt idx="130">
                  <c:v>186.61</c:v>
                </c:pt>
                <c:pt idx="131">
                  <c:v>184.19</c:v>
                </c:pt>
                <c:pt idx="132">
                  <c:v>191.54</c:v>
                </c:pt>
                <c:pt idx="133">
                  <c:v>186.01</c:v>
                </c:pt>
                <c:pt idx="134">
                  <c:v>185.84</c:v>
                </c:pt>
                <c:pt idx="135">
                  <c:v>174.73</c:v>
                </c:pt>
                <c:pt idx="136">
                  <c:v>159.55</c:v>
                </c:pt>
                <c:pt idx="137">
                  <c:v>159.72</c:v>
                </c:pt>
                <c:pt idx="138">
                  <c:v>141.78</c:v>
                </c:pt>
                <c:pt idx="139">
                  <c:v>152.21</c:v>
                </c:pt>
                <c:pt idx="140">
                  <c:v>159.59</c:v>
                </c:pt>
                <c:pt idx="141">
                  <c:v>152.27</c:v>
                </c:pt>
                <c:pt idx="142">
                  <c:v>147.64</c:v>
                </c:pt>
                <c:pt idx="143">
                  <c:v>142.47</c:v>
                </c:pt>
                <c:pt idx="144">
                  <c:v>147.31</c:v>
                </c:pt>
                <c:pt idx="145">
                  <c:v>156.36</c:v>
                </c:pt>
                <c:pt idx="146">
                  <c:v>164.89</c:v>
                </c:pt>
                <c:pt idx="147">
                  <c:v>167.58</c:v>
                </c:pt>
                <c:pt idx="148">
                  <c:v>170.62</c:v>
                </c:pt>
                <c:pt idx="149">
                  <c:v>173.9</c:v>
                </c:pt>
                <c:pt idx="150">
                  <c:v>174.88</c:v>
                </c:pt>
                <c:pt idx="151">
                  <c:v>184.88</c:v>
                </c:pt>
                <c:pt idx="152">
                  <c:v>187.61</c:v>
                </c:pt>
                <c:pt idx="153">
                  <c:v>198.94</c:v>
                </c:pt>
                <c:pt idx="154">
                  <c:v>202.48</c:v>
                </c:pt>
                <c:pt idx="155">
                  <c:v>205.76</c:v>
                </c:pt>
                <c:pt idx="156">
                  <c:v>202.29</c:v>
                </c:pt>
                <c:pt idx="157">
                  <c:v>201.44</c:v>
                </c:pt>
                <c:pt idx="158">
                  <c:v>198.5</c:v>
                </c:pt>
                <c:pt idx="159">
                  <c:v>204.38</c:v>
                </c:pt>
                <c:pt idx="160">
                  <c:v>195.6</c:v>
                </c:pt>
                <c:pt idx="161">
                  <c:v>198.42</c:v>
                </c:pt>
                <c:pt idx="162">
                  <c:v>199.96</c:v>
                </c:pt>
                <c:pt idx="163">
                  <c:v>205.28</c:v>
                </c:pt>
                <c:pt idx="164">
                  <c:v>217.68</c:v>
                </c:pt>
                <c:pt idx="165">
                  <c:v>224.02</c:v>
                </c:pt>
                <c:pt idx="166">
                  <c:v>218.66</c:v>
                </c:pt>
                <c:pt idx="167">
                  <c:v>225.83</c:v>
                </c:pt>
                <c:pt idx="168">
                  <c:v>221.06</c:v>
                </c:pt>
                <c:pt idx="169">
                  <c:v>215.74</c:v>
                </c:pt>
                <c:pt idx="170">
                  <c:v>218.79</c:v>
                </c:pt>
                <c:pt idx="171">
                  <c:v>220.71</c:v>
                </c:pt>
                <c:pt idx="172">
                  <c:v>228.13</c:v>
                </c:pt>
                <c:pt idx="173">
                  <c:v>230</c:v>
                </c:pt>
                <c:pt idx="174">
                  <c:v>234.99</c:v>
                </c:pt>
                <c:pt idx="175">
                  <c:v>229.36</c:v>
                </c:pt>
                <c:pt idx="176">
                  <c:v>236.59</c:v>
                </c:pt>
                <c:pt idx="177">
                  <c:v>242.06</c:v>
                </c:pt>
                <c:pt idx="178">
                  <c:v>252.4</c:v>
                </c:pt>
                <c:pt idx="179">
                  <c:v>251.65</c:v>
                </c:pt>
                <c:pt idx="180">
                  <c:v>256.74</c:v>
                </c:pt>
                <c:pt idx="181">
                  <c:v>264.35</c:v>
                </c:pt>
                <c:pt idx="182">
                  <c:v>253.8</c:v>
                </c:pt>
                <c:pt idx="183">
                  <c:v>253.63</c:v>
                </c:pt>
                <c:pt idx="184">
                  <c:v>255.03</c:v>
                </c:pt>
                <c:pt idx="185">
                  <c:v>261.24</c:v>
                </c:pt>
                <c:pt idx="186">
                  <c:v>263.95</c:v>
                </c:pt>
                <c:pt idx="187">
                  <c:v>273.56</c:v>
                </c:pt>
                <c:pt idx="188">
                  <c:v>279.55</c:v>
                </c:pt>
                <c:pt idx="189">
                  <c:v>285.22</c:v>
                </c:pt>
                <c:pt idx="190">
                  <c:v>288.66</c:v>
                </c:pt>
                <c:pt idx="191">
                  <c:v>286.63</c:v>
                </c:pt>
                <c:pt idx="192">
                  <c:v>290.97</c:v>
                </c:pt>
                <c:pt idx="193">
                  <c:v>303.21</c:v>
                </c:pt>
                <c:pt idx="194">
                  <c:v>310.7</c:v>
                </c:pt>
                <c:pt idx="195">
                  <c:v>307.92</c:v>
                </c:pt>
                <c:pt idx="196">
                  <c:v>300.92</c:v>
                </c:pt>
                <c:pt idx="197">
                  <c:v>300.13</c:v>
                </c:pt>
                <c:pt idx="198">
                  <c:v>313.91</c:v>
                </c:pt>
                <c:pt idx="199">
                  <c:v>323.27</c:v>
                </c:pt>
                <c:pt idx="200">
                  <c:v>309.32</c:v>
                </c:pt>
                <c:pt idx="201">
                  <c:v>304.98</c:v>
                </c:pt>
                <c:pt idx="202">
                  <c:v>282.24</c:v>
                </c:pt>
                <c:pt idx="203">
                  <c:v>279.71</c:v>
                </c:pt>
                <c:pt idx="204">
                  <c:v>276.21</c:v>
                </c:pt>
                <c:pt idx="205">
                  <c:v>289.97</c:v>
                </c:pt>
                <c:pt idx="206">
                  <c:v>293.18</c:v>
                </c:pt>
                <c:pt idx="207">
                  <c:v>269.43</c:v>
                </c:pt>
                <c:pt idx="208">
                  <c:v>262.62</c:v>
                </c:pt>
                <c:pt idx="209">
                  <c:v>258.44</c:v>
                </c:pt>
                <c:pt idx="210">
                  <c:v>227.21</c:v>
                </c:pt>
                <c:pt idx="211">
                  <c:v>183.95</c:v>
                </c:pt>
                <c:pt idx="212">
                  <c:v>171.58</c:v>
                </c:pt>
                <c:pt idx="213">
                  <c:v>176.83</c:v>
                </c:pt>
                <c:pt idx="214">
                  <c:v>161.18</c:v>
                </c:pt>
                <c:pt idx="215">
                  <c:v>144.29</c:v>
                </c:pt>
                <c:pt idx="216">
                  <c:v>154.73</c:v>
                </c:pt>
                <c:pt idx="217">
                  <c:v>171.6</c:v>
                </c:pt>
                <c:pt idx="218">
                  <c:v>186.4</c:v>
                </c:pt>
                <c:pt idx="219">
                  <c:v>185.24</c:v>
                </c:pt>
                <c:pt idx="220">
                  <c:v>200.77</c:v>
                </c:pt>
                <c:pt idx="221">
                  <c:v>208.61</c:v>
                </c:pt>
                <c:pt idx="222">
                  <c:v>216.56</c:v>
                </c:pt>
                <c:pt idx="223">
                  <c:v>212.57</c:v>
                </c:pt>
                <c:pt idx="224">
                  <c:v>220.73</c:v>
                </c:pt>
                <c:pt idx="225">
                  <c:v>224.54</c:v>
                </c:pt>
                <c:pt idx="226">
                  <c:v>215.12</c:v>
                </c:pt>
                <c:pt idx="227">
                  <c:v>217.77</c:v>
                </c:pt>
                <c:pt idx="228">
                  <c:v>230.69</c:v>
                </c:pt>
                <c:pt idx="229">
                  <c:v>230.32</c:v>
                </c:pt>
                <c:pt idx="230">
                  <c:v>207.59</c:v>
                </c:pt>
                <c:pt idx="231">
                  <c:v>200.1</c:v>
                </c:pt>
                <c:pt idx="232">
                  <c:v>216.14</c:v>
                </c:pt>
                <c:pt idx="233">
                  <c:v>207.67</c:v>
                </c:pt>
                <c:pt idx="234">
                  <c:v>226.59</c:v>
                </c:pt>
                <c:pt idx="235">
                  <c:v>234.86</c:v>
                </c:pt>
                <c:pt idx="236">
                  <c:v>229.25</c:v>
                </c:pt>
                <c:pt idx="237">
                  <c:v>245.98</c:v>
                </c:pt>
                <c:pt idx="238">
                  <c:v>251.36</c:v>
                </c:pt>
                <c:pt idx="239">
                  <c:v>259.92</c:v>
                </c:pt>
                <c:pt idx="240">
                  <c:v>256.51</c:v>
                </c:pt>
                <c:pt idx="241">
                  <c:v>266.83</c:v>
                </c:pt>
                <c:pt idx="242">
                  <c:v>260.3</c:v>
                </c:pt>
                <c:pt idx="243">
                  <c:v>255.8</c:v>
                </c:pt>
                <c:pt idx="244">
                  <c:v>250.98</c:v>
                </c:pt>
                <c:pt idx="245">
                  <c:v>232.74</c:v>
                </c:pt>
                <c:pt idx="246">
                  <c:v>212.16</c:v>
                </c:pt>
                <c:pt idx="247">
                  <c:v>233.92</c:v>
                </c:pt>
                <c:pt idx="248">
                  <c:v>227.71</c:v>
                </c:pt>
                <c:pt idx="249">
                  <c:v>227.25</c:v>
                </c:pt>
                <c:pt idx="250">
                  <c:v>238.39</c:v>
                </c:pt>
                <c:pt idx="251">
                  <c:v>249</c:v>
                </c:pt>
                <c:pt idx="252">
                  <c:v>252.11</c:v>
                </c:pt>
                <c:pt idx="253">
                  <c:v>248.65</c:v>
                </c:pt>
                <c:pt idx="254">
                  <c:v>226.29</c:v>
                </c:pt>
                <c:pt idx="255">
                  <c:v>237.45</c:v>
                </c:pt>
                <c:pt idx="256">
                  <c:v>240.32</c:v>
                </c:pt>
                <c:pt idx="257">
                  <c:v>245.81</c:v>
                </c:pt>
                <c:pt idx="258">
                  <c:v>252.02</c:v>
                </c:pt>
                <c:pt idx="259">
                  <c:v>250.1</c:v>
                </c:pt>
                <c:pt idx="260">
                  <c:v>252.79</c:v>
                </c:pt>
                <c:pt idx="261">
                  <c:v>257.21</c:v>
                </c:pt>
                <c:pt idx="262">
                  <c:v>270.08</c:v>
                </c:pt>
                <c:pt idx="263">
                  <c:v>270.02</c:v>
                </c:pt>
                <c:pt idx="264">
                  <c:v>275.67</c:v>
                </c:pt>
                <c:pt idx="265">
                  <c:v>283.65</c:v>
                </c:pt>
                <c:pt idx="266">
                  <c:v>282.84</c:v>
                </c:pt>
                <c:pt idx="267">
                  <c:v>275.48</c:v>
                </c:pt>
                <c:pt idx="268">
                  <c:v>289.76</c:v>
                </c:pt>
                <c:pt idx="269">
                  <c:v>282.99</c:v>
                </c:pt>
                <c:pt idx="270">
                  <c:v>296.64</c:v>
                </c:pt>
                <c:pt idx="271">
                  <c:v>308.01</c:v>
                </c:pt>
                <c:pt idx="272">
                  <c:v>312.91</c:v>
                </c:pt>
                <c:pt idx="273">
                  <c:v>319.2</c:v>
                </c:pt>
                <c:pt idx="274">
                  <c:v>307.17</c:v>
                </c:pt>
                <c:pt idx="275">
                  <c:v>321.94</c:v>
                </c:pt>
                <c:pt idx="276">
                  <c:v>321.66</c:v>
                </c:pt>
                <c:pt idx="277">
                  <c:v>324.31</c:v>
                </c:pt>
                <c:pt idx="278">
                  <c:v>329.59</c:v>
                </c:pt>
                <c:pt idx="279">
                  <c:v>335.01</c:v>
                </c:pt>
                <c:pt idx="280">
                  <c:v>329.42</c:v>
                </c:pt>
                <c:pt idx="281">
                  <c:v>336.03</c:v>
                </c:pt>
                <c:pt idx="282">
                  <c:v>326.36</c:v>
                </c:pt>
                <c:pt idx="283">
                  <c:v>328.23</c:v>
                </c:pt>
                <c:pt idx="284">
                  <c:v>334.26</c:v>
                </c:pt>
                <c:pt idx="285">
                  <c:v>328.54</c:v>
                </c:pt>
                <c:pt idx="286">
                  <c:v>322.35</c:v>
                </c:pt>
                <c:pt idx="287">
                  <c:v>340.68</c:v>
                </c:pt>
                <c:pt idx="288">
                  <c:v>334.51</c:v>
                </c:pt>
                <c:pt idx="289">
                  <c:v>341.74</c:v>
                </c:pt>
                <c:pt idx="290">
                  <c:v>341.91</c:v>
                </c:pt>
                <c:pt idx="291">
                  <c:v>333.51</c:v>
                </c:pt>
                <c:pt idx="292">
                  <c:v>339.28</c:v>
                </c:pt>
                <c:pt idx="293">
                  <c:v>316.18</c:v>
                </c:pt>
                <c:pt idx="294">
                  <c:v>303.98</c:v>
                </c:pt>
                <c:pt idx="295">
                  <c:v>327.79</c:v>
                </c:pt>
                <c:pt idx="296">
                  <c:v>325.6</c:v>
                </c:pt>
                <c:pt idx="297">
                  <c:v>319.52</c:v>
                </c:pt>
                <c:pt idx="298">
                  <c:v>300.19</c:v>
                </c:pt>
                <c:pt idx="299">
                  <c:v>297.31</c:v>
                </c:pt>
                <c:pt idx="300">
                  <c:v>316.7</c:v>
                </c:pt>
                <c:pt idx="301">
                  <c:v>321.06</c:v>
                </c:pt>
                <c:pt idx="302">
                  <c:v>321.79</c:v>
                </c:pt>
                <c:pt idx="303">
                  <c:v>317.68</c:v>
                </c:pt>
                <c:pt idx="304">
                  <c:v>330.86</c:v>
                </c:pt>
                <c:pt idx="305">
                  <c:v>330.42</c:v>
                </c:pt>
                <c:pt idx="306">
                  <c:v>331.61</c:v>
                </c:pt>
                <c:pt idx="307">
                  <c:v>324.92</c:v>
                </c:pt>
                <c:pt idx="308">
                  <c:v>329</c:v>
                </c:pt>
                <c:pt idx="309">
                  <c:v>336.51</c:v>
                </c:pt>
                <c:pt idx="310">
                  <c:v>344.43</c:v>
                </c:pt>
                <c:pt idx="311">
                  <c:v>353.32</c:v>
                </c:pt>
                <c:pt idx="312">
                  <c:v>356.21</c:v>
                </c:pt>
                <c:pt idx="313">
                  <c:v>360.93</c:v>
                </c:pt>
                <c:pt idx="314">
                  <c:v>367.35</c:v>
                </c:pt>
                <c:pt idx="315">
                  <c:v>368.26</c:v>
                </c:pt>
                <c:pt idx="316">
                  <c:v>376.84</c:v>
                </c:pt>
                <c:pt idx="317">
                  <c:v>376.58</c:v>
                </c:pt>
                <c:pt idx="318">
                  <c:v>384.44</c:v>
                </c:pt>
                <c:pt idx="319">
                  <c:v>391.39</c:v>
                </c:pt>
                <c:pt idx="320">
                  <c:v>399.19</c:v>
                </c:pt>
                <c:pt idx="321">
                  <c:v>404.21</c:v>
                </c:pt>
                <c:pt idx="322">
                  <c:v>425.29</c:v>
                </c:pt>
                <c:pt idx="323">
                  <c:v>406.99</c:v>
                </c:pt>
                <c:pt idx="324">
                  <c:v>396.91</c:v>
                </c:pt>
                <c:pt idx="325">
                  <c:v>400.94</c:v>
                </c:pt>
                <c:pt idx="326">
                  <c:v>402.17</c:v>
                </c:pt>
                <c:pt idx="327">
                  <c:v>401.48</c:v>
                </c:pt>
                <c:pt idx="328">
                  <c:v>413.74</c:v>
                </c:pt>
                <c:pt idx="329">
                  <c:v>418.04</c:v>
                </c:pt>
                <c:pt idx="330">
                  <c:v>419.68</c:v>
                </c:pt>
                <c:pt idx="331">
                  <c:v>388.55</c:v>
                </c:pt>
                <c:pt idx="332">
                  <c:v>392.28</c:v>
                </c:pt>
                <c:pt idx="333">
                  <c:v>362.01</c:v>
                </c:pt>
                <c:pt idx="334">
                  <c:v>389.8</c:v>
                </c:pt>
                <c:pt idx="335">
                  <c:v>400.81</c:v>
                </c:pt>
                <c:pt idx="336">
                  <c:v>405.02</c:v>
                </c:pt>
                <c:pt idx="337">
                  <c:v>418.66</c:v>
                </c:pt>
                <c:pt idx="338">
                  <c:v>393.22</c:v>
                </c:pt>
                <c:pt idx="339">
                  <c:v>418.6</c:v>
                </c:pt>
                <c:pt idx="340">
                  <c:v>420.37</c:v>
                </c:pt>
                <c:pt idx="341">
                  <c:v>410.93</c:v>
                </c:pt>
                <c:pt idx="342">
                  <c:v>418.91</c:v>
                </c:pt>
                <c:pt idx="343">
                  <c:v>429.19</c:v>
                </c:pt>
                <c:pt idx="344">
                  <c:v>440.49</c:v>
                </c:pt>
                <c:pt idx="345">
                  <c:v>453.21</c:v>
                </c:pt>
                <c:pt idx="346">
                  <c:v>450.12</c:v>
                </c:pt>
                <c:pt idx="347">
                  <c:v>411.43</c:v>
                </c:pt>
                <c:pt idx="348">
                  <c:v>356.01</c:v>
                </c:pt>
                <c:pt idx="349">
                  <c:v>394.48</c:v>
                </c:pt>
                <c:pt idx="350">
                  <c:v>412.74</c:v>
                </c:pt>
                <c:pt idx="351">
                  <c:v>423.1</c:v>
                </c:pt>
                <c:pt idx="352">
                  <c:v>442.93</c:v>
                </c:pt>
                <c:pt idx="353">
                  <c:v>471.85</c:v>
                </c:pt>
                <c:pt idx="354">
                  <c:v>454.9</c:v>
                </c:pt>
                <c:pt idx="355">
                  <c:v>440.6</c:v>
                </c:pt>
                <c:pt idx="356">
                  <c:v>496.37</c:v>
                </c:pt>
                <c:pt idx="357">
                  <c:v>516.91</c:v>
                </c:pt>
                <c:pt idx="358">
                  <c:v>511.47</c:v>
                </c:pt>
                <c:pt idx="359">
                  <c:v>524</c:v>
                </c:pt>
                <c:pt idx="360">
                  <c:v>540.3</c:v>
                </c:pt>
                <c:pt idx="361">
                  <c:v>564.72</c:v>
                </c:pt>
                <c:pt idx="362">
                  <c:v>572.5</c:v>
                </c:pt>
                <c:pt idx="363">
                  <c:v>579.78</c:v>
                </c:pt>
                <c:pt idx="364">
                  <c:v>589.8</c:v>
                </c:pt>
                <c:pt idx="365">
                  <c:v>603.65</c:v>
                </c:pt>
                <c:pt idx="366">
                  <c:v>577.75</c:v>
                </c:pt>
                <c:pt idx="367">
                  <c:v>610.05</c:v>
                </c:pt>
                <c:pt idx="368">
                  <c:v>596.04</c:v>
                </c:pt>
                <c:pt idx="369">
                  <c:v>621</c:v>
                </c:pt>
                <c:pt idx="370">
                  <c:v>587.84</c:v>
                </c:pt>
                <c:pt idx="371">
                  <c:v>572.25</c:v>
                </c:pt>
                <c:pt idx="372">
                  <c:v>586.68</c:v>
                </c:pt>
                <c:pt idx="373">
                  <c:v>537.2</c:v>
                </c:pt>
                <c:pt idx="374">
                  <c:v>536.32</c:v>
                </c:pt>
                <c:pt idx="375">
                  <c:v>489.28</c:v>
                </c:pt>
                <c:pt idx="376">
                  <c:v>527.75</c:v>
                </c:pt>
                <c:pt idx="377">
                  <c:v>504.86</c:v>
                </c:pt>
                <c:pt idx="378">
                  <c:v>457.09</c:v>
                </c:pt>
                <c:pt idx="379">
                  <c:v>489.57</c:v>
                </c:pt>
                <c:pt idx="380">
                  <c:v>522.85</c:v>
                </c:pt>
                <c:pt idx="381">
                  <c:v>500.13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base1x</c:v>
                </c:pt>
              </c:strCache>
            </c:strRef>
          </c:tx>
          <c:spPr>
            <a:solidFill>
              <a:srgbClr val="0E8F8A"/>
            </a:solidFill>
            <a:ln w="28575" cap="flat">
              <a:solidFill>
                <a:srgbClr val="0E8F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8F8A"/>
              </a:solidFill>
              <a:ln w="9525" cap="flat">
                <a:solidFill>
                  <a:srgbClr val="0E8F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Sheet1!$A$2:$A$383</c:f>
              <c:multiLvlStrCache>
                <c:ptCount val="382"/>
                <c:lvl>
                  <c:pt idx="0">
                    <c:v>1991-03</c:v>
                  </c:pt>
                  <c:pt idx="1">
                    <c:v>1991-04</c:v>
                  </c:pt>
                  <c:pt idx="2">
                    <c:v>1991-05</c:v>
                  </c:pt>
                  <c:pt idx="3">
                    <c:v>1991-06</c:v>
                  </c:pt>
                  <c:pt idx="4">
                    <c:v>1991-07</c:v>
                  </c:pt>
                  <c:pt idx="5">
                    <c:v>1991-08</c:v>
                  </c:pt>
                  <c:pt idx="6">
                    <c:v>1991-09</c:v>
                  </c:pt>
                  <c:pt idx="7">
                    <c:v>1991-10</c:v>
                  </c:pt>
                  <c:pt idx="8">
                    <c:v>1991-11</c:v>
                  </c:pt>
                  <c:pt idx="9">
                    <c:v>1991-12</c:v>
                  </c:pt>
                  <c:pt idx="10">
                    <c:v>1992-01</c:v>
                  </c:pt>
                  <c:pt idx="11">
                    <c:v>1992-02</c:v>
                  </c:pt>
                  <c:pt idx="12">
                    <c:v>1992-03</c:v>
                  </c:pt>
                  <c:pt idx="13">
                    <c:v>1992-04</c:v>
                  </c:pt>
                  <c:pt idx="14">
                    <c:v>1992-05</c:v>
                  </c:pt>
                  <c:pt idx="15">
                    <c:v>1992-06</c:v>
                  </c:pt>
                  <c:pt idx="16">
                    <c:v>1992-07</c:v>
                  </c:pt>
                  <c:pt idx="17">
                    <c:v>1992-08</c:v>
                  </c:pt>
                  <c:pt idx="18">
                    <c:v>1992-09</c:v>
                  </c:pt>
                  <c:pt idx="19">
                    <c:v>1992-10</c:v>
                  </c:pt>
                  <c:pt idx="20">
                    <c:v>1992-11</c:v>
                  </c:pt>
                  <c:pt idx="21">
                    <c:v>1992-12</c:v>
                  </c:pt>
                  <c:pt idx="22">
                    <c:v>1993-01</c:v>
                  </c:pt>
                  <c:pt idx="23">
                    <c:v>1993-02</c:v>
                  </c:pt>
                  <c:pt idx="24">
                    <c:v>1993-03</c:v>
                  </c:pt>
                  <c:pt idx="25">
                    <c:v>1993-04</c:v>
                  </c:pt>
                  <c:pt idx="26">
                    <c:v>1993-05</c:v>
                  </c:pt>
                  <c:pt idx="27">
                    <c:v>1993-06</c:v>
                  </c:pt>
                  <c:pt idx="28">
                    <c:v>1993-07</c:v>
                  </c:pt>
                  <c:pt idx="29">
                    <c:v>1993-08</c:v>
                  </c:pt>
                  <c:pt idx="30">
                    <c:v>1993-09</c:v>
                  </c:pt>
                  <c:pt idx="31">
                    <c:v>1993-10</c:v>
                  </c:pt>
                  <c:pt idx="32">
                    <c:v>1993-11</c:v>
                  </c:pt>
                  <c:pt idx="33">
                    <c:v>1993-12</c:v>
                  </c:pt>
                  <c:pt idx="34">
                    <c:v>1994-01</c:v>
                  </c:pt>
                  <c:pt idx="35">
                    <c:v>1994-02</c:v>
                  </c:pt>
                  <c:pt idx="36">
                    <c:v>1994-03</c:v>
                  </c:pt>
                  <c:pt idx="37">
                    <c:v>1994-04</c:v>
                  </c:pt>
                  <c:pt idx="38">
                    <c:v>1994-05</c:v>
                  </c:pt>
                  <c:pt idx="39">
                    <c:v>1994-06</c:v>
                  </c:pt>
                  <c:pt idx="40">
                    <c:v>1994-07</c:v>
                  </c:pt>
                  <c:pt idx="41">
                    <c:v>1994-08</c:v>
                  </c:pt>
                  <c:pt idx="42">
                    <c:v>1994-09</c:v>
                  </c:pt>
                  <c:pt idx="43">
                    <c:v>1994-10</c:v>
                  </c:pt>
                  <c:pt idx="44">
                    <c:v>1994-11</c:v>
                  </c:pt>
                  <c:pt idx="45">
                    <c:v>1994-12</c:v>
                  </c:pt>
                  <c:pt idx="46">
                    <c:v>1995-01</c:v>
                  </c:pt>
                  <c:pt idx="47">
                    <c:v>1995-02</c:v>
                  </c:pt>
                  <c:pt idx="48">
                    <c:v>1995-03</c:v>
                  </c:pt>
                  <c:pt idx="49">
                    <c:v>1995-04</c:v>
                  </c:pt>
                  <c:pt idx="50">
                    <c:v>1995-05</c:v>
                  </c:pt>
                  <c:pt idx="51">
                    <c:v>1995-06</c:v>
                  </c:pt>
                  <c:pt idx="52">
                    <c:v>1995-07</c:v>
                  </c:pt>
                  <c:pt idx="53">
                    <c:v>1995-08</c:v>
                  </c:pt>
                  <c:pt idx="54">
                    <c:v>1995-09</c:v>
                  </c:pt>
                  <c:pt idx="55">
                    <c:v>1995-10</c:v>
                  </c:pt>
                  <c:pt idx="56">
                    <c:v>1995-11</c:v>
                  </c:pt>
                  <c:pt idx="57">
                    <c:v>1995-12</c:v>
                  </c:pt>
                  <c:pt idx="58">
                    <c:v>1996-01</c:v>
                  </c:pt>
                  <c:pt idx="59">
                    <c:v>1996-02</c:v>
                  </c:pt>
                  <c:pt idx="60">
                    <c:v>1996-03</c:v>
                  </c:pt>
                  <c:pt idx="61">
                    <c:v>1996-04</c:v>
                  </c:pt>
                  <c:pt idx="62">
                    <c:v>1996-05</c:v>
                  </c:pt>
                  <c:pt idx="63">
                    <c:v>1996-06</c:v>
                  </c:pt>
                  <c:pt idx="64">
                    <c:v>1996-07</c:v>
                  </c:pt>
                  <c:pt idx="65">
                    <c:v>1996-08</c:v>
                  </c:pt>
                  <c:pt idx="66">
                    <c:v>1996-09</c:v>
                  </c:pt>
                  <c:pt idx="67">
                    <c:v>1996-10</c:v>
                  </c:pt>
                  <c:pt idx="68">
                    <c:v>1996-11</c:v>
                  </c:pt>
                  <c:pt idx="69">
                    <c:v>1996-12</c:v>
                  </c:pt>
                  <c:pt idx="70">
                    <c:v>1997-01</c:v>
                  </c:pt>
                  <c:pt idx="71">
                    <c:v>1997-02</c:v>
                  </c:pt>
                  <c:pt idx="72">
                    <c:v>1997-03</c:v>
                  </c:pt>
                  <c:pt idx="73">
                    <c:v>1997-04</c:v>
                  </c:pt>
                  <c:pt idx="74">
                    <c:v>1997-05</c:v>
                  </c:pt>
                  <c:pt idx="75">
                    <c:v>1997-06</c:v>
                  </c:pt>
                  <c:pt idx="76">
                    <c:v>1997-07</c:v>
                  </c:pt>
                  <c:pt idx="77">
                    <c:v>1997-08</c:v>
                  </c:pt>
                  <c:pt idx="78">
                    <c:v>1997-09</c:v>
                  </c:pt>
                  <c:pt idx="79">
                    <c:v>1997-10</c:v>
                  </c:pt>
                  <c:pt idx="80">
                    <c:v>1997-11</c:v>
                  </c:pt>
                  <c:pt idx="81">
                    <c:v>1997-12</c:v>
                  </c:pt>
                  <c:pt idx="82">
                    <c:v>1998-01</c:v>
                  </c:pt>
                  <c:pt idx="83">
                    <c:v>1998-02</c:v>
                  </c:pt>
                  <c:pt idx="84">
                    <c:v>1998-03</c:v>
                  </c:pt>
                  <c:pt idx="85">
                    <c:v>1998-04</c:v>
                  </c:pt>
                  <c:pt idx="86">
                    <c:v>1998-05</c:v>
                  </c:pt>
                  <c:pt idx="87">
                    <c:v>1998-06</c:v>
                  </c:pt>
                  <c:pt idx="88">
                    <c:v>1998-07</c:v>
                  </c:pt>
                  <c:pt idx="89">
                    <c:v>1998-08</c:v>
                  </c:pt>
                  <c:pt idx="90">
                    <c:v>1998-09</c:v>
                  </c:pt>
                  <c:pt idx="91">
                    <c:v>1998-10</c:v>
                  </c:pt>
                  <c:pt idx="92">
                    <c:v>1998-11</c:v>
                  </c:pt>
                  <c:pt idx="93">
                    <c:v>1998-12</c:v>
                  </c:pt>
                  <c:pt idx="94">
                    <c:v>1999-01</c:v>
                  </c:pt>
                  <c:pt idx="95">
                    <c:v>1999-02</c:v>
                  </c:pt>
                  <c:pt idx="96">
                    <c:v>1999-03</c:v>
                  </c:pt>
                  <c:pt idx="97">
                    <c:v>1999-04</c:v>
                  </c:pt>
                  <c:pt idx="98">
                    <c:v>1999-05</c:v>
                  </c:pt>
                  <c:pt idx="99">
                    <c:v>1999-06</c:v>
                  </c:pt>
                  <c:pt idx="100">
                    <c:v>1999-07</c:v>
                  </c:pt>
                  <c:pt idx="101">
                    <c:v>1999-08</c:v>
                  </c:pt>
                  <c:pt idx="102">
                    <c:v>1999-09</c:v>
                  </c:pt>
                  <c:pt idx="103">
                    <c:v>1999-10</c:v>
                  </c:pt>
                  <c:pt idx="104">
                    <c:v>1999-11</c:v>
                  </c:pt>
                  <c:pt idx="105">
                    <c:v>1999-12</c:v>
                  </c:pt>
                  <c:pt idx="106">
                    <c:v>2000-01</c:v>
                  </c:pt>
                  <c:pt idx="107">
                    <c:v>2000-02</c:v>
                  </c:pt>
                  <c:pt idx="108">
                    <c:v>2000-03</c:v>
                  </c:pt>
                  <c:pt idx="109">
                    <c:v>2000-04</c:v>
                  </c:pt>
                  <c:pt idx="110">
                    <c:v>2000-05</c:v>
                  </c:pt>
                  <c:pt idx="111">
                    <c:v>2000-06</c:v>
                  </c:pt>
                  <c:pt idx="112">
                    <c:v>2000-07</c:v>
                  </c:pt>
                  <c:pt idx="113">
                    <c:v>2000-08</c:v>
                  </c:pt>
                  <c:pt idx="114">
                    <c:v>2000-09</c:v>
                  </c:pt>
                  <c:pt idx="115">
                    <c:v>2000-10</c:v>
                  </c:pt>
                  <c:pt idx="116">
                    <c:v>2000-11</c:v>
                  </c:pt>
                  <c:pt idx="117">
                    <c:v>2000-12</c:v>
                  </c:pt>
                  <c:pt idx="118">
                    <c:v>2001-01</c:v>
                  </c:pt>
                  <c:pt idx="119">
                    <c:v>2001-02</c:v>
                  </c:pt>
                  <c:pt idx="120">
                    <c:v>2001-03</c:v>
                  </c:pt>
                  <c:pt idx="121">
                    <c:v>2001-04</c:v>
                  </c:pt>
                  <c:pt idx="122">
                    <c:v>2001-05</c:v>
                  </c:pt>
                  <c:pt idx="123">
                    <c:v>2001-06</c:v>
                  </c:pt>
                  <c:pt idx="124">
                    <c:v>2001-07</c:v>
                  </c:pt>
                  <c:pt idx="125">
                    <c:v>2001-08</c:v>
                  </c:pt>
                  <c:pt idx="126">
                    <c:v>2001-09</c:v>
                  </c:pt>
                  <c:pt idx="127">
                    <c:v>2001-10</c:v>
                  </c:pt>
                  <c:pt idx="128">
                    <c:v>2001-11</c:v>
                  </c:pt>
                  <c:pt idx="129">
                    <c:v>2001-12</c:v>
                  </c:pt>
                  <c:pt idx="130">
                    <c:v>2002-01</c:v>
                  </c:pt>
                  <c:pt idx="131">
                    <c:v>2002-02</c:v>
                  </c:pt>
                  <c:pt idx="132">
                    <c:v>2002-03</c:v>
                  </c:pt>
                  <c:pt idx="133">
                    <c:v>2002-04</c:v>
                  </c:pt>
                  <c:pt idx="134">
                    <c:v>2002-05</c:v>
                  </c:pt>
                  <c:pt idx="135">
                    <c:v>2002-06</c:v>
                  </c:pt>
                  <c:pt idx="136">
                    <c:v>2002-07</c:v>
                  </c:pt>
                  <c:pt idx="137">
                    <c:v>2002-08</c:v>
                  </c:pt>
                  <c:pt idx="138">
                    <c:v>2002-09</c:v>
                  </c:pt>
                  <c:pt idx="139">
                    <c:v>2002-10</c:v>
                  </c:pt>
                  <c:pt idx="140">
                    <c:v>2002-11</c:v>
                  </c:pt>
                  <c:pt idx="141">
                    <c:v>2002-12</c:v>
                  </c:pt>
                  <c:pt idx="142">
                    <c:v>2003-01</c:v>
                  </c:pt>
                  <c:pt idx="143">
                    <c:v>2003-02</c:v>
                  </c:pt>
                  <c:pt idx="144">
                    <c:v>2003-03</c:v>
                  </c:pt>
                  <c:pt idx="145">
                    <c:v>2003-04</c:v>
                  </c:pt>
                  <c:pt idx="146">
                    <c:v>2003-05</c:v>
                  </c:pt>
                  <c:pt idx="147">
                    <c:v>2003-06</c:v>
                  </c:pt>
                  <c:pt idx="148">
                    <c:v>2003-07</c:v>
                  </c:pt>
                  <c:pt idx="149">
                    <c:v>2003-08</c:v>
                  </c:pt>
                  <c:pt idx="150">
                    <c:v>2003-09</c:v>
                  </c:pt>
                  <c:pt idx="151">
                    <c:v>2003-10</c:v>
                  </c:pt>
                  <c:pt idx="152">
                    <c:v>2003-11</c:v>
                  </c:pt>
                  <c:pt idx="153">
                    <c:v>2003-12</c:v>
                  </c:pt>
                  <c:pt idx="154">
                    <c:v>2004-01</c:v>
                  </c:pt>
                  <c:pt idx="155">
                    <c:v>2004-02</c:v>
                  </c:pt>
                  <c:pt idx="156">
                    <c:v>2004-03</c:v>
                  </c:pt>
                  <c:pt idx="157">
                    <c:v>2004-04</c:v>
                  </c:pt>
                  <c:pt idx="158">
                    <c:v>2004-05</c:v>
                  </c:pt>
                  <c:pt idx="159">
                    <c:v>2004-06</c:v>
                  </c:pt>
                  <c:pt idx="160">
                    <c:v>2004-07</c:v>
                  </c:pt>
                  <c:pt idx="161">
                    <c:v>2004-08</c:v>
                  </c:pt>
                  <c:pt idx="162">
                    <c:v>2004-09</c:v>
                  </c:pt>
                  <c:pt idx="163">
                    <c:v>2004-10</c:v>
                  </c:pt>
                  <c:pt idx="164">
                    <c:v>2004-11</c:v>
                  </c:pt>
                  <c:pt idx="165">
                    <c:v>2004-12</c:v>
                  </c:pt>
                  <c:pt idx="166">
                    <c:v>2005-01</c:v>
                  </c:pt>
                  <c:pt idx="167">
                    <c:v>2005-02</c:v>
                  </c:pt>
                  <c:pt idx="168">
                    <c:v>2005-03</c:v>
                  </c:pt>
                  <c:pt idx="169">
                    <c:v>2005-04</c:v>
                  </c:pt>
                  <c:pt idx="170">
                    <c:v>2005-05</c:v>
                  </c:pt>
                  <c:pt idx="171">
                    <c:v>2005-06</c:v>
                  </c:pt>
                  <c:pt idx="172">
                    <c:v>2005-07</c:v>
                  </c:pt>
                  <c:pt idx="173">
                    <c:v>2005-08</c:v>
                  </c:pt>
                  <c:pt idx="174">
                    <c:v>2005-09</c:v>
                  </c:pt>
                  <c:pt idx="175">
                    <c:v>2005-10</c:v>
                  </c:pt>
                  <c:pt idx="176">
                    <c:v>2005-11</c:v>
                  </c:pt>
                  <c:pt idx="177">
                    <c:v>2005-12</c:v>
                  </c:pt>
                  <c:pt idx="178">
                    <c:v>2006-01</c:v>
                  </c:pt>
                  <c:pt idx="179">
                    <c:v>2006-02</c:v>
                  </c:pt>
                  <c:pt idx="180">
                    <c:v>2006-03</c:v>
                  </c:pt>
                  <c:pt idx="181">
                    <c:v>2006-04</c:v>
                  </c:pt>
                  <c:pt idx="182">
                    <c:v>2006-05</c:v>
                  </c:pt>
                  <c:pt idx="183">
                    <c:v>2006-06</c:v>
                  </c:pt>
                  <c:pt idx="184">
                    <c:v>2006-07</c:v>
                  </c:pt>
                  <c:pt idx="185">
                    <c:v>2006-08</c:v>
                  </c:pt>
                  <c:pt idx="186">
                    <c:v>2006-09</c:v>
                  </c:pt>
                  <c:pt idx="187">
                    <c:v>2006-10</c:v>
                  </c:pt>
                  <c:pt idx="188">
                    <c:v>2006-11</c:v>
                  </c:pt>
                  <c:pt idx="189">
                    <c:v>2006-12</c:v>
                  </c:pt>
                  <c:pt idx="190">
                    <c:v>2007-01</c:v>
                  </c:pt>
                  <c:pt idx="191">
                    <c:v>2007-02</c:v>
                  </c:pt>
                  <c:pt idx="192">
                    <c:v>2007-03</c:v>
                  </c:pt>
                  <c:pt idx="193">
                    <c:v>2007-04</c:v>
                  </c:pt>
                  <c:pt idx="194">
                    <c:v>2007-05</c:v>
                  </c:pt>
                  <c:pt idx="195">
                    <c:v>2007-06</c:v>
                  </c:pt>
                  <c:pt idx="196">
                    <c:v>2007-07</c:v>
                  </c:pt>
                  <c:pt idx="197">
                    <c:v>2007-08</c:v>
                  </c:pt>
                  <c:pt idx="198">
                    <c:v>2007-09</c:v>
                  </c:pt>
                  <c:pt idx="199">
                    <c:v>2007-10</c:v>
                  </c:pt>
                  <c:pt idx="200">
                    <c:v>2007-11</c:v>
                  </c:pt>
                  <c:pt idx="201">
                    <c:v>2007-12</c:v>
                  </c:pt>
                  <c:pt idx="202">
                    <c:v>2008-01</c:v>
                  </c:pt>
                  <c:pt idx="203">
                    <c:v>2008-02</c:v>
                  </c:pt>
                  <c:pt idx="204">
                    <c:v>2008-03</c:v>
                  </c:pt>
                  <c:pt idx="205">
                    <c:v>2008-04</c:v>
                  </c:pt>
                  <c:pt idx="206">
                    <c:v>2008-05</c:v>
                  </c:pt>
                  <c:pt idx="207">
                    <c:v>2008-06</c:v>
                  </c:pt>
                  <c:pt idx="208">
                    <c:v>2008-07</c:v>
                  </c:pt>
                  <c:pt idx="209">
                    <c:v>2008-08</c:v>
                  </c:pt>
                  <c:pt idx="210">
                    <c:v>2008-09</c:v>
                  </c:pt>
                  <c:pt idx="211">
                    <c:v>2008-10</c:v>
                  </c:pt>
                  <c:pt idx="212">
                    <c:v>2008-11</c:v>
                  </c:pt>
                  <c:pt idx="213">
                    <c:v>2008-12</c:v>
                  </c:pt>
                  <c:pt idx="214">
                    <c:v>2009-01</c:v>
                  </c:pt>
                  <c:pt idx="215">
                    <c:v>2009-02</c:v>
                  </c:pt>
                  <c:pt idx="216">
                    <c:v>2009-03</c:v>
                  </c:pt>
                  <c:pt idx="217">
                    <c:v>2009-04</c:v>
                  </c:pt>
                  <c:pt idx="218">
                    <c:v>2009-05</c:v>
                  </c:pt>
                  <c:pt idx="219">
                    <c:v>2009-06</c:v>
                  </c:pt>
                  <c:pt idx="220">
                    <c:v>2009-07</c:v>
                  </c:pt>
                  <c:pt idx="221">
                    <c:v>2009-08</c:v>
                  </c:pt>
                  <c:pt idx="222">
                    <c:v>2009-09</c:v>
                  </c:pt>
                  <c:pt idx="223">
                    <c:v>2009-10</c:v>
                  </c:pt>
                  <c:pt idx="224">
                    <c:v>2009-11</c:v>
                  </c:pt>
                  <c:pt idx="225">
                    <c:v>2009-12</c:v>
                  </c:pt>
                  <c:pt idx="226">
                    <c:v>2010-01</c:v>
                  </c:pt>
                  <c:pt idx="227">
                    <c:v>2010-02</c:v>
                  </c:pt>
                  <c:pt idx="228">
                    <c:v>2010-03</c:v>
                  </c:pt>
                  <c:pt idx="229">
                    <c:v>2010-04</c:v>
                  </c:pt>
                  <c:pt idx="230">
                    <c:v>2010-05</c:v>
                  </c:pt>
                  <c:pt idx="231">
                    <c:v>2010-06</c:v>
                  </c:pt>
                  <c:pt idx="232">
                    <c:v>2010-07</c:v>
                  </c:pt>
                  <c:pt idx="233">
                    <c:v>2010-08</c:v>
                  </c:pt>
                  <c:pt idx="234">
                    <c:v>2010-09</c:v>
                  </c:pt>
                  <c:pt idx="235">
                    <c:v>2010-10</c:v>
                  </c:pt>
                  <c:pt idx="236">
                    <c:v>2010-11</c:v>
                  </c:pt>
                  <c:pt idx="237">
                    <c:v>2010-12</c:v>
                  </c:pt>
                  <c:pt idx="238">
                    <c:v>2011-01</c:v>
                  </c:pt>
                  <c:pt idx="239">
                    <c:v>2011-02</c:v>
                  </c:pt>
                  <c:pt idx="240">
                    <c:v>2011-03</c:v>
                  </c:pt>
                  <c:pt idx="241">
                    <c:v>2011-04</c:v>
                  </c:pt>
                  <c:pt idx="242">
                    <c:v>2011-05</c:v>
                  </c:pt>
                  <c:pt idx="243">
                    <c:v>2011-06</c:v>
                  </c:pt>
                  <c:pt idx="244">
                    <c:v>2011-07</c:v>
                  </c:pt>
                  <c:pt idx="245">
                    <c:v>2011-08</c:v>
                  </c:pt>
                  <c:pt idx="246">
                    <c:v>2011-09</c:v>
                  </c:pt>
                  <c:pt idx="247">
                    <c:v>2011-10</c:v>
                  </c:pt>
                  <c:pt idx="248">
                    <c:v>2011-11</c:v>
                  </c:pt>
                  <c:pt idx="249">
                    <c:v>2011-12</c:v>
                  </c:pt>
                  <c:pt idx="250">
                    <c:v>2012-01</c:v>
                  </c:pt>
                  <c:pt idx="251">
                    <c:v>2012-02</c:v>
                  </c:pt>
                  <c:pt idx="252">
                    <c:v>2012-03</c:v>
                  </c:pt>
                  <c:pt idx="253">
                    <c:v>2012-04</c:v>
                  </c:pt>
                  <c:pt idx="254">
                    <c:v>2012-05</c:v>
                  </c:pt>
                  <c:pt idx="255">
                    <c:v>2012-06</c:v>
                  </c:pt>
                  <c:pt idx="256">
                    <c:v>2012-07</c:v>
                  </c:pt>
                  <c:pt idx="257">
                    <c:v>2012-08</c:v>
                  </c:pt>
                  <c:pt idx="258">
                    <c:v>2012-09</c:v>
                  </c:pt>
                  <c:pt idx="259">
                    <c:v>2012-10</c:v>
                  </c:pt>
                  <c:pt idx="260">
                    <c:v>2012-11</c:v>
                  </c:pt>
                  <c:pt idx="261">
                    <c:v>2012-12</c:v>
                  </c:pt>
                  <c:pt idx="262">
                    <c:v>2013-01</c:v>
                  </c:pt>
                  <c:pt idx="263">
                    <c:v>2013-02</c:v>
                  </c:pt>
                  <c:pt idx="264">
                    <c:v>2013-03</c:v>
                  </c:pt>
                  <c:pt idx="265">
                    <c:v>2013-04</c:v>
                  </c:pt>
                  <c:pt idx="266">
                    <c:v>2013-05</c:v>
                  </c:pt>
                  <c:pt idx="267">
                    <c:v>2013-06</c:v>
                  </c:pt>
                  <c:pt idx="268">
                    <c:v>2013-07</c:v>
                  </c:pt>
                  <c:pt idx="269">
                    <c:v>2013-08</c:v>
                  </c:pt>
                  <c:pt idx="270">
                    <c:v>2013-09</c:v>
                  </c:pt>
                  <c:pt idx="271">
                    <c:v>2013-10</c:v>
                  </c:pt>
                  <c:pt idx="272">
                    <c:v>2013-11</c:v>
                  </c:pt>
                  <c:pt idx="273">
                    <c:v>2013-12</c:v>
                  </c:pt>
                  <c:pt idx="274">
                    <c:v>2014-01</c:v>
                  </c:pt>
                  <c:pt idx="275">
                    <c:v>2014-02</c:v>
                  </c:pt>
                  <c:pt idx="276">
                    <c:v>2014-03</c:v>
                  </c:pt>
                  <c:pt idx="277">
                    <c:v>2014-04</c:v>
                  </c:pt>
                  <c:pt idx="278">
                    <c:v>2014-05</c:v>
                  </c:pt>
                  <c:pt idx="279">
                    <c:v>2014-06</c:v>
                  </c:pt>
                  <c:pt idx="280">
                    <c:v>2014-07</c:v>
                  </c:pt>
                  <c:pt idx="281">
                    <c:v>2014-08</c:v>
                  </c:pt>
                  <c:pt idx="282">
                    <c:v>2014-09</c:v>
                  </c:pt>
                  <c:pt idx="283">
                    <c:v>2014-10</c:v>
                  </c:pt>
                  <c:pt idx="284">
                    <c:v>2014-11</c:v>
                  </c:pt>
                  <c:pt idx="285">
                    <c:v>2014-12</c:v>
                  </c:pt>
                  <c:pt idx="286">
                    <c:v>2015-01</c:v>
                  </c:pt>
                  <c:pt idx="287">
                    <c:v>2015-02</c:v>
                  </c:pt>
                  <c:pt idx="288">
                    <c:v>2015-03</c:v>
                  </c:pt>
                  <c:pt idx="289">
                    <c:v>2015-04</c:v>
                  </c:pt>
                  <c:pt idx="290">
                    <c:v>2015-05</c:v>
                  </c:pt>
                  <c:pt idx="291">
                    <c:v>2015-06</c:v>
                  </c:pt>
                  <c:pt idx="292">
                    <c:v>2015-07</c:v>
                  </c:pt>
                  <c:pt idx="293">
                    <c:v>2015-08</c:v>
                  </c:pt>
                  <c:pt idx="294">
                    <c:v>2015-09</c:v>
                  </c:pt>
                  <c:pt idx="295">
                    <c:v>2015-10</c:v>
                  </c:pt>
                  <c:pt idx="296">
                    <c:v>2015-11</c:v>
                  </c:pt>
                  <c:pt idx="297">
                    <c:v>2015-12</c:v>
                  </c:pt>
                  <c:pt idx="298">
                    <c:v>2016-01</c:v>
                  </c:pt>
                  <c:pt idx="299">
                    <c:v>2016-02</c:v>
                  </c:pt>
                  <c:pt idx="300">
                    <c:v>2016-03</c:v>
                  </c:pt>
                  <c:pt idx="301">
                    <c:v>2016-04</c:v>
                  </c:pt>
                  <c:pt idx="302">
                    <c:v>2016-05</c:v>
                  </c:pt>
                  <c:pt idx="303">
                    <c:v>2016-06</c:v>
                  </c:pt>
                  <c:pt idx="304">
                    <c:v>2016-07</c:v>
                  </c:pt>
                  <c:pt idx="305">
                    <c:v>2016-08</c:v>
                  </c:pt>
                  <c:pt idx="306">
                    <c:v>2016-09</c:v>
                  </c:pt>
                  <c:pt idx="307">
                    <c:v>2016-10</c:v>
                  </c:pt>
                  <c:pt idx="308">
                    <c:v>2016-11</c:v>
                  </c:pt>
                  <c:pt idx="309">
                    <c:v>2016-12</c:v>
                  </c:pt>
                  <c:pt idx="310">
                    <c:v>2017-01</c:v>
                  </c:pt>
                  <c:pt idx="311">
                    <c:v>2017-02</c:v>
                  </c:pt>
                  <c:pt idx="312">
                    <c:v>2017-03</c:v>
                  </c:pt>
                  <c:pt idx="313">
                    <c:v>2017-04</c:v>
                  </c:pt>
                  <c:pt idx="314">
                    <c:v>2017-05</c:v>
                  </c:pt>
                  <c:pt idx="315">
                    <c:v>2017-06</c:v>
                  </c:pt>
                  <c:pt idx="316">
                    <c:v>2017-07</c:v>
                  </c:pt>
                  <c:pt idx="317">
                    <c:v>2017-08</c:v>
                  </c:pt>
                  <c:pt idx="318">
                    <c:v>2017-09</c:v>
                  </c:pt>
                  <c:pt idx="319">
                    <c:v>2017-10</c:v>
                  </c:pt>
                  <c:pt idx="320">
                    <c:v>2017-11</c:v>
                  </c:pt>
                  <c:pt idx="321">
                    <c:v>2017-12</c:v>
                  </c:pt>
                  <c:pt idx="322">
                    <c:v>2018-01</c:v>
                  </c:pt>
                  <c:pt idx="323">
                    <c:v>2018-02</c:v>
                  </c:pt>
                  <c:pt idx="324">
                    <c:v>2018-03</c:v>
                  </c:pt>
                  <c:pt idx="325">
                    <c:v>2018-04</c:v>
                  </c:pt>
                  <c:pt idx="326">
                    <c:v>2018-05</c:v>
                  </c:pt>
                  <c:pt idx="327">
                    <c:v>2018-06</c:v>
                  </c:pt>
                  <c:pt idx="328">
                    <c:v>2018-07</c:v>
                  </c:pt>
                  <c:pt idx="329">
                    <c:v>2018-08</c:v>
                  </c:pt>
                  <c:pt idx="330">
                    <c:v>2018-09</c:v>
                  </c:pt>
                  <c:pt idx="331">
                    <c:v>2018-10</c:v>
                  </c:pt>
                  <c:pt idx="332">
                    <c:v>2018-11</c:v>
                  </c:pt>
                  <c:pt idx="333">
                    <c:v>2018-12</c:v>
                  </c:pt>
                  <c:pt idx="334">
                    <c:v>2019-01</c:v>
                  </c:pt>
                  <c:pt idx="335">
                    <c:v>2019-02</c:v>
                  </c:pt>
                  <c:pt idx="336">
                    <c:v>2019-03</c:v>
                  </c:pt>
                  <c:pt idx="337">
                    <c:v>2019-04</c:v>
                  </c:pt>
                  <c:pt idx="338">
                    <c:v>2019-05</c:v>
                  </c:pt>
                  <c:pt idx="339">
                    <c:v>2019-06</c:v>
                  </c:pt>
                  <c:pt idx="340">
                    <c:v>2019-07</c:v>
                  </c:pt>
                  <c:pt idx="341">
                    <c:v>2019-08</c:v>
                  </c:pt>
                  <c:pt idx="342">
                    <c:v>2019-09</c:v>
                  </c:pt>
                  <c:pt idx="343">
                    <c:v>2019-10</c:v>
                  </c:pt>
                  <c:pt idx="344">
                    <c:v>2019-11</c:v>
                  </c:pt>
                  <c:pt idx="345">
                    <c:v>2019-12</c:v>
                  </c:pt>
                  <c:pt idx="346">
                    <c:v>2020-01</c:v>
                  </c:pt>
                  <c:pt idx="347">
                    <c:v>2020-02</c:v>
                  </c:pt>
                  <c:pt idx="348">
                    <c:v>2020-03</c:v>
                  </c:pt>
                  <c:pt idx="349">
                    <c:v>2020-04</c:v>
                  </c:pt>
                  <c:pt idx="350">
                    <c:v>2020-05</c:v>
                  </c:pt>
                  <c:pt idx="351">
                    <c:v>2020-06</c:v>
                  </c:pt>
                  <c:pt idx="352">
                    <c:v>2020-07</c:v>
                  </c:pt>
                  <c:pt idx="353">
                    <c:v>2020-08</c:v>
                  </c:pt>
                  <c:pt idx="354">
                    <c:v>2020-09</c:v>
                  </c:pt>
                  <c:pt idx="355">
                    <c:v>2020-10</c:v>
                  </c:pt>
                  <c:pt idx="356">
                    <c:v>2020-11</c:v>
                  </c:pt>
                  <c:pt idx="357">
                    <c:v>2020-12</c:v>
                  </c:pt>
                  <c:pt idx="358">
                    <c:v>2021-01</c:v>
                  </c:pt>
                  <c:pt idx="359">
                    <c:v>2021-02</c:v>
                  </c:pt>
                  <c:pt idx="360">
                    <c:v>2021-03</c:v>
                  </c:pt>
                  <c:pt idx="361">
                    <c:v>2021-04</c:v>
                  </c:pt>
                  <c:pt idx="362">
                    <c:v>2021-05</c:v>
                  </c:pt>
                  <c:pt idx="363">
                    <c:v>2021-06</c:v>
                  </c:pt>
                  <c:pt idx="364">
                    <c:v>2021-07</c:v>
                  </c:pt>
                  <c:pt idx="365">
                    <c:v>2021-08</c:v>
                  </c:pt>
                  <c:pt idx="366">
                    <c:v>2021-09</c:v>
                  </c:pt>
                  <c:pt idx="367">
                    <c:v>2021-10</c:v>
                  </c:pt>
                  <c:pt idx="368">
                    <c:v>2021-11</c:v>
                  </c:pt>
                  <c:pt idx="369">
                    <c:v>2021-12</c:v>
                  </c:pt>
                  <c:pt idx="370">
                    <c:v>2022-01</c:v>
                  </c:pt>
                  <c:pt idx="371">
                    <c:v>2022-02</c:v>
                  </c:pt>
                  <c:pt idx="372">
                    <c:v>2022-03</c:v>
                  </c:pt>
                  <c:pt idx="373">
                    <c:v>2022-04</c:v>
                  </c:pt>
                  <c:pt idx="374">
                    <c:v>2022-05</c:v>
                  </c:pt>
                  <c:pt idx="375">
                    <c:v>2022-06</c:v>
                  </c:pt>
                  <c:pt idx="376">
                    <c:v>2022-07</c:v>
                  </c:pt>
                  <c:pt idx="377">
                    <c:v>2022-08</c:v>
                  </c:pt>
                  <c:pt idx="378">
                    <c:v>2022-09</c:v>
                  </c:pt>
                  <c:pt idx="379">
                    <c:v>2022-10</c:v>
                  </c:pt>
                  <c:pt idx="380">
                    <c:v>2022-11</c:v>
                  </c:pt>
                  <c:pt idx="381">
                    <c:v>2022-12</c:v>
                  </c:pt>
                </c:lvl>
              </c:multiLvlStrCache>
            </c:multiLvlStrRef>
          </c:cat>
          <c:val>
            <c:numRef>
              <c:f>Sheet1!$B$2:$B$383</c:f>
              <c:numCache>
                <c:formatCode>General</c:formatCode>
                <c:ptCount val="382"/>
                <c:pt idx="0">
                  <c:v>100.79</c:v>
                </c:pt>
                <c:pt idx="1">
                  <c:v>100.17</c:v>
                </c:pt>
                <c:pt idx="2">
                  <c:v>103.22</c:v>
                </c:pt>
                <c:pt idx="3">
                  <c:v>98.24</c:v>
                </c:pt>
                <c:pt idx="4">
                  <c:v>102.24</c:v>
                </c:pt>
                <c:pt idx="5">
                  <c:v>104.44</c:v>
                </c:pt>
                <c:pt idx="6">
                  <c:v>103.3</c:v>
                </c:pt>
                <c:pt idx="7">
                  <c:v>104.02</c:v>
                </c:pt>
                <c:pt idx="8">
                  <c:v>100.23</c:v>
                </c:pt>
                <c:pt idx="9">
                  <c:v>102.75</c:v>
                </c:pt>
                <c:pt idx="10">
                  <c:v>105.3</c:v>
                </c:pt>
                <c:pt idx="11">
                  <c:v>107.92</c:v>
                </c:pt>
                <c:pt idx="12">
                  <c:v>105.3</c:v>
                </c:pt>
                <c:pt idx="13">
                  <c:v>106.91</c:v>
                </c:pt>
                <c:pt idx="14">
                  <c:v>109.69</c:v>
                </c:pt>
                <c:pt idx="15">
                  <c:v>106.82</c:v>
                </c:pt>
                <c:pt idx="16">
                  <c:v>104.75</c:v>
                </c:pt>
                <c:pt idx="17">
                  <c:v>103.77</c:v>
                </c:pt>
                <c:pt idx="18">
                  <c:v>103.8</c:v>
                </c:pt>
                <c:pt idx="19">
                  <c:v>106.53</c:v>
                </c:pt>
                <c:pt idx="20">
                  <c:v>107.84</c:v>
                </c:pt>
                <c:pt idx="21">
                  <c:v>108.12</c:v>
                </c:pt>
                <c:pt idx="22">
                  <c:v>108.55</c:v>
                </c:pt>
                <c:pt idx="23">
                  <c:v>110.18</c:v>
                </c:pt>
                <c:pt idx="24">
                  <c:v>111.85</c:v>
                </c:pt>
                <c:pt idx="25">
                  <c:v>112.39</c:v>
                </c:pt>
                <c:pt idx="26">
                  <c:v>114.98</c:v>
                </c:pt>
                <c:pt idx="27">
                  <c:v>115.58</c:v>
                </c:pt>
                <c:pt idx="28">
                  <c:v>117.78</c:v>
                </c:pt>
                <c:pt idx="29">
                  <c:v>123.92</c:v>
                </c:pt>
                <c:pt idx="30">
                  <c:v>121.88</c:v>
                </c:pt>
                <c:pt idx="31">
                  <c:v>128.4</c:v>
                </c:pt>
                <c:pt idx="32">
                  <c:v>123.72</c:v>
                </c:pt>
                <c:pt idx="33">
                  <c:v>133.14</c:v>
                </c:pt>
                <c:pt idx="34">
                  <c:v>136.29</c:v>
                </c:pt>
                <c:pt idx="35">
                  <c:v>130.68</c:v>
                </c:pt>
                <c:pt idx="36">
                  <c:v>123.46</c:v>
                </c:pt>
                <c:pt idx="37">
                  <c:v>123.77</c:v>
                </c:pt>
                <c:pt idx="38">
                  <c:v>124.32</c:v>
                </c:pt>
                <c:pt idx="39">
                  <c:v>120.24</c:v>
                </c:pt>
                <c:pt idx="40">
                  <c:v>120.24</c:v>
                </c:pt>
                <c:pt idx="41">
                  <c:v>121.66</c:v>
                </c:pt>
                <c:pt idx="42">
                  <c:v>117.88</c:v>
                </c:pt>
                <c:pt idx="43">
                  <c:v>118.43</c:v>
                </c:pt>
                <c:pt idx="44">
                  <c:v>116.68</c:v>
                </c:pt>
                <c:pt idx="45">
                  <c:v>116.68</c:v>
                </c:pt>
                <c:pt idx="46">
                  <c:v>117.15</c:v>
                </c:pt>
                <c:pt idx="47">
                  <c:v>118.95</c:v>
                </c:pt>
                <c:pt idx="48">
                  <c:v>120.43</c:v>
                </c:pt>
                <c:pt idx="49">
                  <c:v>122.14</c:v>
                </c:pt>
                <c:pt idx="50">
                  <c:v>124.46</c:v>
                </c:pt>
                <c:pt idx="51">
                  <c:v>125.17</c:v>
                </c:pt>
                <c:pt idx="52">
                  <c:v>129.74</c:v>
                </c:pt>
                <c:pt idx="53">
                  <c:v>128.97</c:v>
                </c:pt>
                <c:pt idx="54">
                  <c:v>130.77</c:v>
                </c:pt>
                <c:pt idx="55">
                  <c:v>129.74</c:v>
                </c:pt>
                <c:pt idx="56">
                  <c:v>134.55</c:v>
                </c:pt>
                <c:pt idx="57">
                  <c:v>136.59</c:v>
                </c:pt>
                <c:pt idx="58">
                  <c:v>144.06</c:v>
                </c:pt>
                <c:pt idx="59">
                  <c:v>143.8</c:v>
                </c:pt>
                <c:pt idx="60">
                  <c:v>144.96</c:v>
                </c:pt>
                <c:pt idx="61">
                  <c:v>149</c:v>
                </c:pt>
                <c:pt idx="62">
                  <c:v>150.06</c:v>
                </c:pt>
                <c:pt idx="63">
                  <c:v>148.9</c:v>
                </c:pt>
                <c:pt idx="64">
                  <c:v>142.87</c:v>
                </c:pt>
                <c:pt idx="65">
                  <c:v>145.3</c:v>
                </c:pt>
                <c:pt idx="66">
                  <c:v>150.56</c:v>
                </c:pt>
                <c:pt idx="67">
                  <c:v>152.92</c:v>
                </c:pt>
                <c:pt idx="68">
                  <c:v>161.5</c:v>
                </c:pt>
                <c:pt idx="69">
                  <c:v>161.54</c:v>
                </c:pt>
                <c:pt idx="70">
                  <c:v>167.86</c:v>
                </c:pt>
                <c:pt idx="71">
                  <c:v>169.78</c:v>
                </c:pt>
                <c:pt idx="72">
                  <c:v>167.44</c:v>
                </c:pt>
                <c:pt idx="73">
                  <c:v>170.19</c:v>
                </c:pt>
                <c:pt idx="74">
                  <c:v>179.92</c:v>
                </c:pt>
                <c:pt idx="75">
                  <c:v>186.58</c:v>
                </c:pt>
                <c:pt idx="76">
                  <c:v>200.12</c:v>
                </c:pt>
                <c:pt idx="77">
                  <c:v>185.79</c:v>
                </c:pt>
                <c:pt idx="78">
                  <c:v>196.88</c:v>
                </c:pt>
                <c:pt idx="79">
                  <c:v>180.74</c:v>
                </c:pt>
                <c:pt idx="80">
                  <c:v>185.11</c:v>
                </c:pt>
                <c:pt idx="81">
                  <c:v>189.02</c:v>
                </c:pt>
                <c:pt idx="82">
                  <c:v>194.63</c:v>
                </c:pt>
                <c:pt idx="83">
                  <c:v>203.83</c:v>
                </c:pt>
                <c:pt idx="84">
                  <c:v>212.4</c:v>
                </c:pt>
                <c:pt idx="85">
                  <c:v>214.92</c:v>
                </c:pt>
                <c:pt idx="86">
                  <c:v>215.12</c:v>
                </c:pt>
                <c:pt idx="87">
                  <c:v>218.12</c:v>
                </c:pt>
                <c:pt idx="88">
                  <c:v>217.74</c:v>
                </c:pt>
                <c:pt idx="89">
                  <c:v>197.5</c:v>
                </c:pt>
                <c:pt idx="90">
                  <c:v>195.82</c:v>
                </c:pt>
                <c:pt idx="91">
                  <c:v>193.74</c:v>
                </c:pt>
                <c:pt idx="92">
                  <c:v>198.05</c:v>
                </c:pt>
                <c:pt idx="93">
                  <c:v>209.63</c:v>
                </c:pt>
                <c:pt idx="94">
                  <c:v>217.39</c:v>
                </c:pt>
                <c:pt idx="95">
                  <c:v>212.95</c:v>
                </c:pt>
                <c:pt idx="96">
                  <c:v>223.17</c:v>
                </c:pt>
                <c:pt idx="97">
                  <c:v>239.13</c:v>
                </c:pt>
                <c:pt idx="98">
                  <c:v>228.46</c:v>
                </c:pt>
                <c:pt idx="99">
                  <c:v>243.52</c:v>
                </c:pt>
                <c:pt idx="100">
                  <c:v>243.54</c:v>
                </c:pt>
                <c:pt idx="101">
                  <c:v>244.93</c:v>
                </c:pt>
                <c:pt idx="102">
                  <c:v>237.28</c:v>
                </c:pt>
                <c:pt idx="103">
                  <c:v>246.12</c:v>
                </c:pt>
                <c:pt idx="104">
                  <c:v>264.64</c:v>
                </c:pt>
                <c:pt idx="105">
                  <c:v>288.72</c:v>
                </c:pt>
                <c:pt idx="106">
                  <c:v>279.96</c:v>
                </c:pt>
                <c:pt idx="107">
                  <c:v>289.1</c:v>
                </c:pt>
                <c:pt idx="108">
                  <c:v>296.16</c:v>
                </c:pt>
                <c:pt idx="109">
                  <c:v>282.92</c:v>
                </c:pt>
                <c:pt idx="110">
                  <c:v>278.47</c:v>
                </c:pt>
                <c:pt idx="111">
                  <c:v>285.02</c:v>
                </c:pt>
                <c:pt idx="112">
                  <c:v>287.07</c:v>
                </c:pt>
                <c:pt idx="113">
                  <c:v>295.77</c:v>
                </c:pt>
                <c:pt idx="114">
                  <c:v>279.84</c:v>
                </c:pt>
                <c:pt idx="115">
                  <c:v>278.75</c:v>
                </c:pt>
                <c:pt idx="116">
                  <c:v>271.71</c:v>
                </c:pt>
                <c:pt idx="117">
                  <c:v>273.29</c:v>
                </c:pt>
                <c:pt idx="118">
                  <c:v>276.52</c:v>
                </c:pt>
                <c:pt idx="119">
                  <c:v>273.95</c:v>
                </c:pt>
                <c:pt idx="120">
                  <c:v>272.74</c:v>
                </c:pt>
                <c:pt idx="121">
                  <c:v>274.16</c:v>
                </c:pt>
                <c:pt idx="122">
                  <c:v>275.11</c:v>
                </c:pt>
                <c:pt idx="123">
                  <c:v>274.87</c:v>
                </c:pt>
                <c:pt idx="124">
                  <c:v>271.83</c:v>
                </c:pt>
                <c:pt idx="125">
                  <c:v>272.95</c:v>
                </c:pt>
                <c:pt idx="126">
                  <c:v>276.1</c:v>
                </c:pt>
                <c:pt idx="127">
                  <c:v>275.62</c:v>
                </c:pt>
                <c:pt idx="128">
                  <c:v>275.72</c:v>
                </c:pt>
                <c:pt idx="129">
                  <c:v>278.89</c:v>
                </c:pt>
                <c:pt idx="130">
                  <c:v>282.13</c:v>
                </c:pt>
                <c:pt idx="131">
                  <c:v>285.76</c:v>
                </c:pt>
                <c:pt idx="132">
                  <c:v>289.4</c:v>
                </c:pt>
                <c:pt idx="133">
                  <c:v>285.36</c:v>
                </c:pt>
                <c:pt idx="134">
                  <c:v>284.84</c:v>
                </c:pt>
                <c:pt idx="135">
                  <c:v>274.78</c:v>
                </c:pt>
                <c:pt idx="136">
                  <c:v>273.07</c:v>
                </c:pt>
                <c:pt idx="137">
                  <c:v>274.76</c:v>
                </c:pt>
                <c:pt idx="138">
                  <c:v>273.25</c:v>
                </c:pt>
                <c:pt idx="139">
                  <c:v>273.65</c:v>
                </c:pt>
                <c:pt idx="140">
                  <c:v>274.11</c:v>
                </c:pt>
                <c:pt idx="141">
                  <c:v>276.74</c:v>
                </c:pt>
                <c:pt idx="142">
                  <c:v>278.02</c:v>
                </c:pt>
                <c:pt idx="143">
                  <c:v>276.99</c:v>
                </c:pt>
                <c:pt idx="144">
                  <c:v>276.1</c:v>
                </c:pt>
                <c:pt idx="145">
                  <c:v>276.56</c:v>
                </c:pt>
                <c:pt idx="146">
                  <c:v>280.98</c:v>
                </c:pt>
                <c:pt idx="147">
                  <c:v>280.51</c:v>
                </c:pt>
                <c:pt idx="148">
                  <c:v>289.31</c:v>
                </c:pt>
                <c:pt idx="149">
                  <c:v>299.29</c:v>
                </c:pt>
                <c:pt idx="150">
                  <c:v>294.78</c:v>
                </c:pt>
                <c:pt idx="151">
                  <c:v>312.42</c:v>
                </c:pt>
                <c:pt idx="152">
                  <c:v>315.26</c:v>
                </c:pt>
                <c:pt idx="153">
                  <c:v>328.68</c:v>
                </c:pt>
                <c:pt idx="154">
                  <c:v>335.53</c:v>
                </c:pt>
                <c:pt idx="155">
                  <c:v>341.89</c:v>
                </c:pt>
                <c:pt idx="156">
                  <c:v>339.85</c:v>
                </c:pt>
                <c:pt idx="157">
                  <c:v>330.59</c:v>
                </c:pt>
                <c:pt idx="158">
                  <c:v>331.5</c:v>
                </c:pt>
                <c:pt idx="159">
                  <c:v>336.34</c:v>
                </c:pt>
                <c:pt idx="160">
                  <c:v>328.22</c:v>
                </c:pt>
                <c:pt idx="161">
                  <c:v>328.29</c:v>
                </c:pt>
                <c:pt idx="162">
                  <c:v>333.06</c:v>
                </c:pt>
                <c:pt idx="163">
                  <c:v>338.2</c:v>
                </c:pt>
                <c:pt idx="164">
                  <c:v>351.07</c:v>
                </c:pt>
                <c:pt idx="165">
                  <c:v>359.45</c:v>
                </c:pt>
                <c:pt idx="166">
                  <c:v>358.09</c:v>
                </c:pt>
                <c:pt idx="167">
                  <c:v>370.15</c:v>
                </c:pt>
                <c:pt idx="168">
                  <c:v>362.75</c:v>
                </c:pt>
                <c:pt idx="169">
                  <c:v>355.9</c:v>
                </c:pt>
                <c:pt idx="170">
                  <c:v>364.13</c:v>
                </c:pt>
                <c:pt idx="171">
                  <c:v>370.38</c:v>
                </c:pt>
                <c:pt idx="172">
                  <c:v>385.04</c:v>
                </c:pt>
                <c:pt idx="173">
                  <c:v>387.53</c:v>
                </c:pt>
                <c:pt idx="174">
                  <c:v>403.78</c:v>
                </c:pt>
                <c:pt idx="175">
                  <c:v>391.49</c:v>
                </c:pt>
                <c:pt idx="176">
                  <c:v>409.72</c:v>
                </c:pt>
                <c:pt idx="177">
                  <c:v>421.75</c:v>
                </c:pt>
                <c:pt idx="178">
                  <c:v>442.81</c:v>
                </c:pt>
                <c:pt idx="179">
                  <c:v>441.37</c:v>
                </c:pt>
                <c:pt idx="180">
                  <c:v>450.88</c:v>
                </c:pt>
                <c:pt idx="181">
                  <c:v>463.48</c:v>
                </c:pt>
                <c:pt idx="182">
                  <c:v>442.43</c:v>
                </c:pt>
                <c:pt idx="183">
                  <c:v>443.04</c:v>
                </c:pt>
                <c:pt idx="184">
                  <c:v>448.24</c:v>
                </c:pt>
                <c:pt idx="185">
                  <c:v>455.83</c:v>
                </c:pt>
                <c:pt idx="186">
                  <c:v>459.43</c:v>
                </c:pt>
                <c:pt idx="187">
                  <c:v>474.49</c:v>
                </c:pt>
                <c:pt idx="188">
                  <c:v>485.68</c:v>
                </c:pt>
                <c:pt idx="189">
                  <c:v>497.44</c:v>
                </c:pt>
                <c:pt idx="190">
                  <c:v>504.47</c:v>
                </c:pt>
                <c:pt idx="191">
                  <c:v>502.74</c:v>
                </c:pt>
                <c:pt idx="192">
                  <c:v>510.39</c:v>
                </c:pt>
                <c:pt idx="193">
                  <c:v>529.61</c:v>
                </c:pt>
                <c:pt idx="194">
                  <c:v>545.7</c:v>
                </c:pt>
                <c:pt idx="195">
                  <c:v>547.9</c:v>
                </c:pt>
                <c:pt idx="196">
                  <c:v>545.9</c:v>
                </c:pt>
                <c:pt idx="197">
                  <c:v>547.32</c:v>
                </c:pt>
                <c:pt idx="198">
                  <c:v>573.58</c:v>
                </c:pt>
                <c:pt idx="199">
                  <c:v>599.34</c:v>
                </c:pt>
                <c:pt idx="200">
                  <c:v>577.84</c:v>
                </c:pt>
                <c:pt idx="201">
                  <c:v>577.8</c:v>
                </c:pt>
                <c:pt idx="202">
                  <c:v>534.18</c:v>
                </c:pt>
                <c:pt idx="203">
                  <c:v>543.19</c:v>
                </c:pt>
                <c:pt idx="204">
                  <c:v>542.23</c:v>
                </c:pt>
                <c:pt idx="205">
                  <c:v>541.8</c:v>
                </c:pt>
                <c:pt idx="206">
                  <c:v>542.08</c:v>
                </c:pt>
                <c:pt idx="207">
                  <c:v>538.56</c:v>
                </c:pt>
                <c:pt idx="208">
                  <c:v>535.91</c:v>
                </c:pt>
                <c:pt idx="209">
                  <c:v>534.25</c:v>
                </c:pt>
                <c:pt idx="210">
                  <c:v>535.14</c:v>
                </c:pt>
                <c:pt idx="211">
                  <c:v>534.53</c:v>
                </c:pt>
                <c:pt idx="212">
                  <c:v>539.1</c:v>
                </c:pt>
                <c:pt idx="213">
                  <c:v>543.43</c:v>
                </c:pt>
                <c:pt idx="214">
                  <c:v>540.54</c:v>
                </c:pt>
                <c:pt idx="215">
                  <c:v>540.79</c:v>
                </c:pt>
                <c:pt idx="216">
                  <c:v>541.68</c:v>
                </c:pt>
                <c:pt idx="217">
                  <c:v>538.62</c:v>
                </c:pt>
                <c:pt idx="218">
                  <c:v>540.43</c:v>
                </c:pt>
                <c:pt idx="219">
                  <c:v>534.46</c:v>
                </c:pt>
                <c:pt idx="220">
                  <c:v>555.97</c:v>
                </c:pt>
                <c:pt idx="221">
                  <c:v>565.63</c:v>
                </c:pt>
                <c:pt idx="222">
                  <c:v>588.75</c:v>
                </c:pt>
                <c:pt idx="223">
                  <c:v>575.76</c:v>
                </c:pt>
                <c:pt idx="224">
                  <c:v>589.26</c:v>
                </c:pt>
                <c:pt idx="225">
                  <c:v>610.48</c:v>
                </c:pt>
                <c:pt idx="226">
                  <c:v>582.3</c:v>
                </c:pt>
                <c:pt idx="227">
                  <c:v>591.84</c:v>
                </c:pt>
                <c:pt idx="228">
                  <c:v>625.55</c:v>
                </c:pt>
                <c:pt idx="229">
                  <c:v>627.63</c:v>
                </c:pt>
                <c:pt idx="230">
                  <c:v>586.47</c:v>
                </c:pt>
                <c:pt idx="231">
                  <c:v>580.68</c:v>
                </c:pt>
                <c:pt idx="232">
                  <c:v>578.65</c:v>
                </c:pt>
                <c:pt idx="233">
                  <c:v>567.18</c:v>
                </c:pt>
                <c:pt idx="234">
                  <c:v>583.41</c:v>
                </c:pt>
                <c:pt idx="235">
                  <c:v>595.45</c:v>
                </c:pt>
                <c:pt idx="236">
                  <c:v>587.64</c:v>
                </c:pt>
                <c:pt idx="237">
                  <c:v>610.02</c:v>
                </c:pt>
                <c:pt idx="238">
                  <c:v>614.21</c:v>
                </c:pt>
                <c:pt idx="239">
                  <c:v>623.63</c:v>
                </c:pt>
                <c:pt idx="240">
                  <c:v>622.81</c:v>
                </c:pt>
                <c:pt idx="241">
                  <c:v>640.66</c:v>
                </c:pt>
                <c:pt idx="242">
                  <c:v>626.8</c:v>
                </c:pt>
                <c:pt idx="243">
                  <c:v>616.17</c:v>
                </c:pt>
                <c:pt idx="244">
                  <c:v>610.01</c:v>
                </c:pt>
                <c:pt idx="245">
                  <c:v>584.49</c:v>
                </c:pt>
                <c:pt idx="246">
                  <c:v>582.68</c:v>
                </c:pt>
                <c:pt idx="247">
                  <c:v>584.12</c:v>
                </c:pt>
                <c:pt idx="248">
                  <c:v>586.77</c:v>
                </c:pt>
                <c:pt idx="249">
                  <c:v>584.73</c:v>
                </c:pt>
                <c:pt idx="250">
                  <c:v>586.68</c:v>
                </c:pt>
                <c:pt idx="251">
                  <c:v>588.48</c:v>
                </c:pt>
                <c:pt idx="252">
                  <c:v>586.38</c:v>
                </c:pt>
                <c:pt idx="253">
                  <c:v>580.35</c:v>
                </c:pt>
                <c:pt idx="254">
                  <c:v>554.87</c:v>
                </c:pt>
                <c:pt idx="255">
                  <c:v>557.12</c:v>
                </c:pt>
                <c:pt idx="256">
                  <c:v>560.86</c:v>
                </c:pt>
                <c:pt idx="257">
                  <c:v>564.71</c:v>
                </c:pt>
                <c:pt idx="258">
                  <c:v>573.04</c:v>
                </c:pt>
                <c:pt idx="259">
                  <c:v>572.06</c:v>
                </c:pt>
                <c:pt idx="260">
                  <c:v>579.51</c:v>
                </c:pt>
                <c:pt idx="261">
                  <c:v>594.2</c:v>
                </c:pt>
                <c:pt idx="262">
                  <c:v>614.22</c:v>
                </c:pt>
                <c:pt idx="263">
                  <c:v>618.58</c:v>
                </c:pt>
                <c:pt idx="264">
                  <c:v>623.02</c:v>
                </c:pt>
                <c:pt idx="265">
                  <c:v>635.88</c:v>
                </c:pt>
                <c:pt idx="266">
                  <c:v>636.11</c:v>
                </c:pt>
                <c:pt idx="267">
                  <c:v>617.11</c:v>
                </c:pt>
                <c:pt idx="268">
                  <c:v>639.88</c:v>
                </c:pt>
                <c:pt idx="269">
                  <c:v>632.4</c:v>
                </c:pt>
                <c:pt idx="270">
                  <c:v>651.11</c:v>
                </c:pt>
                <c:pt idx="271">
                  <c:v>668.95</c:v>
                </c:pt>
                <c:pt idx="272">
                  <c:v>680.52</c:v>
                </c:pt>
                <c:pt idx="273">
                  <c:v>689.44</c:v>
                </c:pt>
                <c:pt idx="274">
                  <c:v>663.33</c:v>
                </c:pt>
                <c:pt idx="275">
                  <c:v>676.8</c:v>
                </c:pt>
                <c:pt idx="276">
                  <c:v>675.24</c:v>
                </c:pt>
                <c:pt idx="277">
                  <c:v>679.84</c:v>
                </c:pt>
                <c:pt idx="278">
                  <c:v>690.26</c:v>
                </c:pt>
                <c:pt idx="279">
                  <c:v>693.66</c:v>
                </c:pt>
                <c:pt idx="280">
                  <c:v>693.56</c:v>
                </c:pt>
                <c:pt idx="281">
                  <c:v>703.77</c:v>
                </c:pt>
                <c:pt idx="282">
                  <c:v>686.7</c:v>
                </c:pt>
                <c:pt idx="283">
                  <c:v>684.13</c:v>
                </c:pt>
                <c:pt idx="284">
                  <c:v>688.04</c:v>
                </c:pt>
                <c:pt idx="285">
                  <c:v>683.31</c:v>
                </c:pt>
                <c:pt idx="286">
                  <c:v>687.99</c:v>
                </c:pt>
                <c:pt idx="287">
                  <c:v>706.09</c:v>
                </c:pt>
                <c:pt idx="288">
                  <c:v>706.38</c:v>
                </c:pt>
                <c:pt idx="289">
                  <c:v>712.82</c:v>
                </c:pt>
                <c:pt idx="290">
                  <c:v>710.21</c:v>
                </c:pt>
                <c:pt idx="291">
                  <c:v>688.52</c:v>
                </c:pt>
                <c:pt idx="292">
                  <c:v>695.71</c:v>
                </c:pt>
                <c:pt idx="293">
                  <c:v>662.9</c:v>
                </c:pt>
                <c:pt idx="294">
                  <c:v>650.66</c:v>
                </c:pt>
                <c:pt idx="295">
                  <c:v>651.13</c:v>
                </c:pt>
                <c:pt idx="296">
                  <c:v>663.43</c:v>
                </c:pt>
                <c:pt idx="297">
                  <c:v>659.06</c:v>
                </c:pt>
                <c:pt idx="298">
                  <c:v>646.83</c:v>
                </c:pt>
                <c:pt idx="299">
                  <c:v>655.3</c:v>
                </c:pt>
                <c:pt idx="300">
                  <c:v>653.91</c:v>
                </c:pt>
                <c:pt idx="301">
                  <c:v>658.8</c:v>
                </c:pt>
                <c:pt idx="302">
                  <c:v>667.54</c:v>
                </c:pt>
                <c:pt idx="303">
                  <c:v>683.86</c:v>
                </c:pt>
                <c:pt idx="304">
                  <c:v>695.36</c:v>
                </c:pt>
                <c:pt idx="305">
                  <c:v>690.8</c:v>
                </c:pt>
                <c:pt idx="306">
                  <c:v>700.42</c:v>
                </c:pt>
                <c:pt idx="307">
                  <c:v>699.44</c:v>
                </c:pt>
                <c:pt idx="308">
                  <c:v>700.04</c:v>
                </c:pt>
                <c:pt idx="309">
                  <c:v>728.41</c:v>
                </c:pt>
                <c:pt idx="310">
                  <c:v>737.87</c:v>
                </c:pt>
                <c:pt idx="311">
                  <c:v>761.63</c:v>
                </c:pt>
                <c:pt idx="312">
                  <c:v>772.95</c:v>
                </c:pt>
                <c:pt idx="313">
                  <c:v>793.7</c:v>
                </c:pt>
                <c:pt idx="314">
                  <c:v>838.23</c:v>
                </c:pt>
                <c:pt idx="315">
                  <c:v>839.17</c:v>
                </c:pt>
                <c:pt idx="316">
                  <c:v>857.66</c:v>
                </c:pt>
                <c:pt idx="317">
                  <c:v>888.69</c:v>
                </c:pt>
                <c:pt idx="318">
                  <c:v>886.45</c:v>
                </c:pt>
                <c:pt idx="319">
                  <c:v>938.46</c:v>
                </c:pt>
                <c:pt idx="320">
                  <c:v>968.6</c:v>
                </c:pt>
                <c:pt idx="321">
                  <c:v>1011.56</c:v>
                </c:pt>
                <c:pt idx="322">
                  <c:v>1022.78</c:v>
                </c:pt>
                <c:pt idx="323">
                  <c:v>1000.19</c:v>
                </c:pt>
                <c:pt idx="324">
                  <c:v>965.33</c:v>
                </c:pt>
                <c:pt idx="325">
                  <c:v>985.23</c:v>
                </c:pt>
                <c:pt idx="326">
                  <c:v>968.86</c:v>
                </c:pt>
                <c:pt idx="327">
                  <c:v>957.83</c:v>
                </c:pt>
                <c:pt idx="328">
                  <c:v>966.2</c:v>
                </c:pt>
                <c:pt idx="329">
                  <c:v>966.26</c:v>
                </c:pt>
                <c:pt idx="330">
                  <c:v>968.9</c:v>
                </c:pt>
                <c:pt idx="331">
                  <c:v>937.94</c:v>
                </c:pt>
                <c:pt idx="332">
                  <c:v>941.82</c:v>
                </c:pt>
                <c:pt idx="333">
                  <c:v>936.4</c:v>
                </c:pt>
                <c:pt idx="334">
                  <c:v>939.85</c:v>
                </c:pt>
                <c:pt idx="335">
                  <c:v>942.26</c:v>
                </c:pt>
                <c:pt idx="336">
                  <c:v>948.35</c:v>
                </c:pt>
                <c:pt idx="337">
                  <c:v>962.56</c:v>
                </c:pt>
                <c:pt idx="338">
                  <c:v>924.81</c:v>
                </c:pt>
                <c:pt idx="339">
                  <c:v>956.17</c:v>
                </c:pt>
                <c:pt idx="340">
                  <c:v>939.81</c:v>
                </c:pt>
                <c:pt idx="341">
                  <c:v>930.39</c:v>
                </c:pt>
                <c:pt idx="342">
                  <c:v>936.85</c:v>
                </c:pt>
                <c:pt idx="343">
                  <c:v>954.41</c:v>
                </c:pt>
                <c:pt idx="344">
                  <c:v>959.24</c:v>
                </c:pt>
                <c:pt idx="345">
                  <c:v>969.84</c:v>
                </c:pt>
                <c:pt idx="346">
                  <c:v>960.46</c:v>
                </c:pt>
                <c:pt idx="347">
                  <c:v>904.63</c:v>
                </c:pt>
                <c:pt idx="348">
                  <c:v>906.09</c:v>
                </c:pt>
                <c:pt idx="349">
                  <c:v>908.88</c:v>
                </c:pt>
                <c:pt idx="350">
                  <c:v>915.62</c:v>
                </c:pt>
                <c:pt idx="351">
                  <c:v>916.92</c:v>
                </c:pt>
                <c:pt idx="352">
                  <c:v>949.42</c:v>
                </c:pt>
                <c:pt idx="353">
                  <c:v>972.14</c:v>
                </c:pt>
                <c:pt idx="354">
                  <c:v>956.24</c:v>
                </c:pt>
                <c:pt idx="355">
                  <c:v>951.21</c:v>
                </c:pt>
                <c:pt idx="356">
                  <c:v>1011.56</c:v>
                </c:pt>
                <c:pt idx="357">
                  <c:v>1069.57</c:v>
                </c:pt>
                <c:pt idx="358">
                  <c:v>1079.92</c:v>
                </c:pt>
                <c:pt idx="359">
                  <c:v>1130.24</c:v>
                </c:pt>
                <c:pt idx="360">
                  <c:v>1179.09</c:v>
                </c:pt>
                <c:pt idx="361">
                  <c:v>1207.15</c:v>
                </c:pt>
                <c:pt idx="362">
                  <c:v>1194.06</c:v>
                </c:pt>
                <c:pt idx="363">
                  <c:v>1201.03</c:v>
                </c:pt>
                <c:pt idx="364">
                  <c:v>1205.24</c:v>
                </c:pt>
                <c:pt idx="365">
                  <c:v>1231.48</c:v>
                </c:pt>
                <c:pt idx="366">
                  <c:v>1203.32</c:v>
                </c:pt>
                <c:pt idx="367">
                  <c:v>1258.95</c:v>
                </c:pt>
                <c:pt idx="368">
                  <c:v>1238.47</c:v>
                </c:pt>
                <c:pt idx="369">
                  <c:v>1249.68</c:v>
                </c:pt>
                <c:pt idx="370">
                  <c:v>1221.42</c:v>
                </c:pt>
                <c:pt idx="371">
                  <c:v>1205.76</c:v>
                </c:pt>
                <c:pt idx="372">
                  <c:v>1202.9</c:v>
                </c:pt>
                <c:pt idx="373">
                  <c:v>1191.07</c:v>
                </c:pt>
                <c:pt idx="374">
                  <c:v>1187.71</c:v>
                </c:pt>
                <c:pt idx="375">
                  <c:v>1182.98</c:v>
                </c:pt>
                <c:pt idx="376">
                  <c:v>1182.53</c:v>
                </c:pt>
                <c:pt idx="377">
                  <c:v>1183.91</c:v>
                </c:pt>
                <c:pt idx="378">
                  <c:v>1179.67</c:v>
                </c:pt>
                <c:pt idx="379">
                  <c:v>1182.93</c:v>
                </c:pt>
                <c:pt idx="380">
                  <c:v>1186.64</c:v>
                </c:pt>
                <c:pt idx="381">
                  <c:v>1163.03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Buy &amp; Hold, 17 Märkte</c:v>
                </c:pt>
              </c:strCache>
            </c:strRef>
          </c:tx>
          <c:spPr>
            <a:solidFill>
              <a:srgbClr val="7B8794"/>
            </a:solidFill>
            <a:ln w="28575" cap="flat">
              <a:solidFill>
                <a:srgbClr val="7B879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B8794"/>
              </a:solidFill>
              <a:ln w="9525" cap="flat">
                <a:solidFill>
                  <a:srgbClr val="7B879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Sheet1!$A$2:$A$383</c:f>
              <c:multiLvlStrCache>
                <c:ptCount val="382"/>
                <c:lvl>
                  <c:pt idx="0">
                    <c:v>1991-03</c:v>
                  </c:pt>
                  <c:pt idx="1">
                    <c:v>1991-04</c:v>
                  </c:pt>
                  <c:pt idx="2">
                    <c:v>1991-05</c:v>
                  </c:pt>
                  <c:pt idx="3">
                    <c:v>1991-06</c:v>
                  </c:pt>
                  <c:pt idx="4">
                    <c:v>1991-07</c:v>
                  </c:pt>
                  <c:pt idx="5">
                    <c:v>1991-08</c:v>
                  </c:pt>
                  <c:pt idx="6">
                    <c:v>1991-09</c:v>
                  </c:pt>
                  <c:pt idx="7">
                    <c:v>1991-10</c:v>
                  </c:pt>
                  <c:pt idx="8">
                    <c:v>1991-11</c:v>
                  </c:pt>
                  <c:pt idx="9">
                    <c:v>1991-12</c:v>
                  </c:pt>
                  <c:pt idx="10">
                    <c:v>1992-01</c:v>
                  </c:pt>
                  <c:pt idx="11">
                    <c:v>1992-02</c:v>
                  </c:pt>
                  <c:pt idx="12">
                    <c:v>1992-03</c:v>
                  </c:pt>
                  <c:pt idx="13">
                    <c:v>1992-04</c:v>
                  </c:pt>
                  <c:pt idx="14">
                    <c:v>1992-05</c:v>
                  </c:pt>
                  <c:pt idx="15">
                    <c:v>1992-06</c:v>
                  </c:pt>
                  <c:pt idx="16">
                    <c:v>1992-07</c:v>
                  </c:pt>
                  <c:pt idx="17">
                    <c:v>1992-08</c:v>
                  </c:pt>
                  <c:pt idx="18">
                    <c:v>1992-09</c:v>
                  </c:pt>
                  <c:pt idx="19">
                    <c:v>1992-10</c:v>
                  </c:pt>
                  <c:pt idx="20">
                    <c:v>1992-11</c:v>
                  </c:pt>
                  <c:pt idx="21">
                    <c:v>1992-12</c:v>
                  </c:pt>
                  <c:pt idx="22">
                    <c:v>1993-01</c:v>
                  </c:pt>
                  <c:pt idx="23">
                    <c:v>1993-02</c:v>
                  </c:pt>
                  <c:pt idx="24">
                    <c:v>1993-03</c:v>
                  </c:pt>
                  <c:pt idx="25">
                    <c:v>1993-04</c:v>
                  </c:pt>
                  <c:pt idx="26">
                    <c:v>1993-05</c:v>
                  </c:pt>
                  <c:pt idx="27">
                    <c:v>1993-06</c:v>
                  </c:pt>
                  <c:pt idx="28">
                    <c:v>1993-07</c:v>
                  </c:pt>
                  <c:pt idx="29">
                    <c:v>1993-08</c:v>
                  </c:pt>
                  <c:pt idx="30">
                    <c:v>1993-09</c:v>
                  </c:pt>
                  <c:pt idx="31">
                    <c:v>1993-10</c:v>
                  </c:pt>
                  <c:pt idx="32">
                    <c:v>1993-11</c:v>
                  </c:pt>
                  <c:pt idx="33">
                    <c:v>1993-12</c:v>
                  </c:pt>
                  <c:pt idx="34">
                    <c:v>1994-01</c:v>
                  </c:pt>
                  <c:pt idx="35">
                    <c:v>1994-02</c:v>
                  </c:pt>
                  <c:pt idx="36">
                    <c:v>1994-03</c:v>
                  </c:pt>
                  <c:pt idx="37">
                    <c:v>1994-04</c:v>
                  </c:pt>
                  <c:pt idx="38">
                    <c:v>1994-05</c:v>
                  </c:pt>
                  <c:pt idx="39">
                    <c:v>1994-06</c:v>
                  </c:pt>
                  <c:pt idx="40">
                    <c:v>1994-07</c:v>
                  </c:pt>
                  <c:pt idx="41">
                    <c:v>1994-08</c:v>
                  </c:pt>
                  <c:pt idx="42">
                    <c:v>1994-09</c:v>
                  </c:pt>
                  <c:pt idx="43">
                    <c:v>1994-10</c:v>
                  </c:pt>
                  <c:pt idx="44">
                    <c:v>1994-11</c:v>
                  </c:pt>
                  <c:pt idx="45">
                    <c:v>1994-12</c:v>
                  </c:pt>
                  <c:pt idx="46">
                    <c:v>1995-01</c:v>
                  </c:pt>
                  <c:pt idx="47">
                    <c:v>1995-02</c:v>
                  </c:pt>
                  <c:pt idx="48">
                    <c:v>1995-03</c:v>
                  </c:pt>
                  <c:pt idx="49">
                    <c:v>1995-04</c:v>
                  </c:pt>
                  <c:pt idx="50">
                    <c:v>1995-05</c:v>
                  </c:pt>
                  <c:pt idx="51">
                    <c:v>1995-06</c:v>
                  </c:pt>
                  <c:pt idx="52">
                    <c:v>1995-07</c:v>
                  </c:pt>
                  <c:pt idx="53">
                    <c:v>1995-08</c:v>
                  </c:pt>
                  <c:pt idx="54">
                    <c:v>1995-09</c:v>
                  </c:pt>
                  <c:pt idx="55">
                    <c:v>1995-10</c:v>
                  </c:pt>
                  <c:pt idx="56">
                    <c:v>1995-11</c:v>
                  </c:pt>
                  <c:pt idx="57">
                    <c:v>1995-12</c:v>
                  </c:pt>
                  <c:pt idx="58">
                    <c:v>1996-01</c:v>
                  </c:pt>
                  <c:pt idx="59">
                    <c:v>1996-02</c:v>
                  </c:pt>
                  <c:pt idx="60">
                    <c:v>1996-03</c:v>
                  </c:pt>
                  <c:pt idx="61">
                    <c:v>1996-04</c:v>
                  </c:pt>
                  <c:pt idx="62">
                    <c:v>1996-05</c:v>
                  </c:pt>
                  <c:pt idx="63">
                    <c:v>1996-06</c:v>
                  </c:pt>
                  <c:pt idx="64">
                    <c:v>1996-07</c:v>
                  </c:pt>
                  <c:pt idx="65">
                    <c:v>1996-08</c:v>
                  </c:pt>
                  <c:pt idx="66">
                    <c:v>1996-09</c:v>
                  </c:pt>
                  <c:pt idx="67">
                    <c:v>1996-10</c:v>
                  </c:pt>
                  <c:pt idx="68">
                    <c:v>1996-11</c:v>
                  </c:pt>
                  <c:pt idx="69">
                    <c:v>1996-12</c:v>
                  </c:pt>
                  <c:pt idx="70">
                    <c:v>1997-01</c:v>
                  </c:pt>
                  <c:pt idx="71">
                    <c:v>1997-02</c:v>
                  </c:pt>
                  <c:pt idx="72">
                    <c:v>1997-03</c:v>
                  </c:pt>
                  <c:pt idx="73">
                    <c:v>1997-04</c:v>
                  </c:pt>
                  <c:pt idx="74">
                    <c:v>1997-05</c:v>
                  </c:pt>
                  <c:pt idx="75">
                    <c:v>1997-06</c:v>
                  </c:pt>
                  <c:pt idx="76">
                    <c:v>1997-07</c:v>
                  </c:pt>
                  <c:pt idx="77">
                    <c:v>1997-08</c:v>
                  </c:pt>
                  <c:pt idx="78">
                    <c:v>1997-09</c:v>
                  </c:pt>
                  <c:pt idx="79">
                    <c:v>1997-10</c:v>
                  </c:pt>
                  <c:pt idx="80">
                    <c:v>1997-11</c:v>
                  </c:pt>
                  <c:pt idx="81">
                    <c:v>1997-12</c:v>
                  </c:pt>
                  <c:pt idx="82">
                    <c:v>1998-01</c:v>
                  </c:pt>
                  <c:pt idx="83">
                    <c:v>1998-02</c:v>
                  </c:pt>
                  <c:pt idx="84">
                    <c:v>1998-03</c:v>
                  </c:pt>
                  <c:pt idx="85">
                    <c:v>1998-04</c:v>
                  </c:pt>
                  <c:pt idx="86">
                    <c:v>1998-05</c:v>
                  </c:pt>
                  <c:pt idx="87">
                    <c:v>1998-06</c:v>
                  </c:pt>
                  <c:pt idx="88">
                    <c:v>1998-07</c:v>
                  </c:pt>
                  <c:pt idx="89">
                    <c:v>1998-08</c:v>
                  </c:pt>
                  <c:pt idx="90">
                    <c:v>1998-09</c:v>
                  </c:pt>
                  <c:pt idx="91">
                    <c:v>1998-10</c:v>
                  </c:pt>
                  <c:pt idx="92">
                    <c:v>1998-11</c:v>
                  </c:pt>
                  <c:pt idx="93">
                    <c:v>1998-12</c:v>
                  </c:pt>
                  <c:pt idx="94">
                    <c:v>1999-01</c:v>
                  </c:pt>
                  <c:pt idx="95">
                    <c:v>1999-02</c:v>
                  </c:pt>
                  <c:pt idx="96">
                    <c:v>1999-03</c:v>
                  </c:pt>
                  <c:pt idx="97">
                    <c:v>1999-04</c:v>
                  </c:pt>
                  <c:pt idx="98">
                    <c:v>1999-05</c:v>
                  </c:pt>
                  <c:pt idx="99">
                    <c:v>1999-06</c:v>
                  </c:pt>
                  <c:pt idx="100">
                    <c:v>1999-07</c:v>
                  </c:pt>
                  <c:pt idx="101">
                    <c:v>1999-08</c:v>
                  </c:pt>
                  <c:pt idx="102">
                    <c:v>1999-09</c:v>
                  </c:pt>
                  <c:pt idx="103">
                    <c:v>1999-10</c:v>
                  </c:pt>
                  <c:pt idx="104">
                    <c:v>1999-11</c:v>
                  </c:pt>
                  <c:pt idx="105">
                    <c:v>1999-12</c:v>
                  </c:pt>
                  <c:pt idx="106">
                    <c:v>2000-01</c:v>
                  </c:pt>
                  <c:pt idx="107">
                    <c:v>2000-02</c:v>
                  </c:pt>
                  <c:pt idx="108">
                    <c:v>2000-03</c:v>
                  </c:pt>
                  <c:pt idx="109">
                    <c:v>2000-04</c:v>
                  </c:pt>
                  <c:pt idx="110">
                    <c:v>2000-05</c:v>
                  </c:pt>
                  <c:pt idx="111">
                    <c:v>2000-06</c:v>
                  </c:pt>
                  <c:pt idx="112">
                    <c:v>2000-07</c:v>
                  </c:pt>
                  <c:pt idx="113">
                    <c:v>2000-08</c:v>
                  </c:pt>
                  <c:pt idx="114">
                    <c:v>2000-09</c:v>
                  </c:pt>
                  <c:pt idx="115">
                    <c:v>2000-10</c:v>
                  </c:pt>
                  <c:pt idx="116">
                    <c:v>2000-11</c:v>
                  </c:pt>
                  <c:pt idx="117">
                    <c:v>2000-12</c:v>
                  </c:pt>
                  <c:pt idx="118">
                    <c:v>2001-01</c:v>
                  </c:pt>
                  <c:pt idx="119">
                    <c:v>2001-02</c:v>
                  </c:pt>
                  <c:pt idx="120">
                    <c:v>2001-03</c:v>
                  </c:pt>
                  <c:pt idx="121">
                    <c:v>2001-04</c:v>
                  </c:pt>
                  <c:pt idx="122">
                    <c:v>2001-05</c:v>
                  </c:pt>
                  <c:pt idx="123">
                    <c:v>2001-06</c:v>
                  </c:pt>
                  <c:pt idx="124">
                    <c:v>2001-07</c:v>
                  </c:pt>
                  <c:pt idx="125">
                    <c:v>2001-08</c:v>
                  </c:pt>
                  <c:pt idx="126">
                    <c:v>2001-09</c:v>
                  </c:pt>
                  <c:pt idx="127">
                    <c:v>2001-10</c:v>
                  </c:pt>
                  <c:pt idx="128">
                    <c:v>2001-11</c:v>
                  </c:pt>
                  <c:pt idx="129">
                    <c:v>2001-12</c:v>
                  </c:pt>
                  <c:pt idx="130">
                    <c:v>2002-01</c:v>
                  </c:pt>
                  <c:pt idx="131">
                    <c:v>2002-02</c:v>
                  </c:pt>
                  <c:pt idx="132">
                    <c:v>2002-03</c:v>
                  </c:pt>
                  <c:pt idx="133">
                    <c:v>2002-04</c:v>
                  </c:pt>
                  <c:pt idx="134">
                    <c:v>2002-05</c:v>
                  </c:pt>
                  <c:pt idx="135">
                    <c:v>2002-06</c:v>
                  </c:pt>
                  <c:pt idx="136">
                    <c:v>2002-07</c:v>
                  </c:pt>
                  <c:pt idx="137">
                    <c:v>2002-08</c:v>
                  </c:pt>
                  <c:pt idx="138">
                    <c:v>2002-09</c:v>
                  </c:pt>
                  <c:pt idx="139">
                    <c:v>2002-10</c:v>
                  </c:pt>
                  <c:pt idx="140">
                    <c:v>2002-11</c:v>
                  </c:pt>
                  <c:pt idx="141">
                    <c:v>2002-12</c:v>
                  </c:pt>
                  <c:pt idx="142">
                    <c:v>2003-01</c:v>
                  </c:pt>
                  <c:pt idx="143">
                    <c:v>2003-02</c:v>
                  </c:pt>
                  <c:pt idx="144">
                    <c:v>2003-03</c:v>
                  </c:pt>
                  <c:pt idx="145">
                    <c:v>2003-04</c:v>
                  </c:pt>
                  <c:pt idx="146">
                    <c:v>2003-05</c:v>
                  </c:pt>
                  <c:pt idx="147">
                    <c:v>2003-06</c:v>
                  </c:pt>
                  <c:pt idx="148">
                    <c:v>2003-07</c:v>
                  </c:pt>
                  <c:pt idx="149">
                    <c:v>2003-08</c:v>
                  </c:pt>
                  <c:pt idx="150">
                    <c:v>2003-09</c:v>
                  </c:pt>
                  <c:pt idx="151">
                    <c:v>2003-10</c:v>
                  </c:pt>
                  <c:pt idx="152">
                    <c:v>2003-11</c:v>
                  </c:pt>
                  <c:pt idx="153">
                    <c:v>2003-12</c:v>
                  </c:pt>
                  <c:pt idx="154">
                    <c:v>2004-01</c:v>
                  </c:pt>
                  <c:pt idx="155">
                    <c:v>2004-02</c:v>
                  </c:pt>
                  <c:pt idx="156">
                    <c:v>2004-03</c:v>
                  </c:pt>
                  <c:pt idx="157">
                    <c:v>2004-04</c:v>
                  </c:pt>
                  <c:pt idx="158">
                    <c:v>2004-05</c:v>
                  </c:pt>
                  <c:pt idx="159">
                    <c:v>2004-06</c:v>
                  </c:pt>
                  <c:pt idx="160">
                    <c:v>2004-07</c:v>
                  </c:pt>
                  <c:pt idx="161">
                    <c:v>2004-08</c:v>
                  </c:pt>
                  <c:pt idx="162">
                    <c:v>2004-09</c:v>
                  </c:pt>
                  <c:pt idx="163">
                    <c:v>2004-10</c:v>
                  </c:pt>
                  <c:pt idx="164">
                    <c:v>2004-11</c:v>
                  </c:pt>
                  <c:pt idx="165">
                    <c:v>2004-12</c:v>
                  </c:pt>
                  <c:pt idx="166">
                    <c:v>2005-01</c:v>
                  </c:pt>
                  <c:pt idx="167">
                    <c:v>2005-02</c:v>
                  </c:pt>
                  <c:pt idx="168">
                    <c:v>2005-03</c:v>
                  </c:pt>
                  <c:pt idx="169">
                    <c:v>2005-04</c:v>
                  </c:pt>
                  <c:pt idx="170">
                    <c:v>2005-05</c:v>
                  </c:pt>
                  <c:pt idx="171">
                    <c:v>2005-06</c:v>
                  </c:pt>
                  <c:pt idx="172">
                    <c:v>2005-07</c:v>
                  </c:pt>
                  <c:pt idx="173">
                    <c:v>2005-08</c:v>
                  </c:pt>
                  <c:pt idx="174">
                    <c:v>2005-09</c:v>
                  </c:pt>
                  <c:pt idx="175">
                    <c:v>2005-10</c:v>
                  </c:pt>
                  <c:pt idx="176">
                    <c:v>2005-11</c:v>
                  </c:pt>
                  <c:pt idx="177">
                    <c:v>2005-12</c:v>
                  </c:pt>
                  <c:pt idx="178">
                    <c:v>2006-01</c:v>
                  </c:pt>
                  <c:pt idx="179">
                    <c:v>2006-02</c:v>
                  </c:pt>
                  <c:pt idx="180">
                    <c:v>2006-03</c:v>
                  </c:pt>
                  <c:pt idx="181">
                    <c:v>2006-04</c:v>
                  </c:pt>
                  <c:pt idx="182">
                    <c:v>2006-05</c:v>
                  </c:pt>
                  <c:pt idx="183">
                    <c:v>2006-06</c:v>
                  </c:pt>
                  <c:pt idx="184">
                    <c:v>2006-07</c:v>
                  </c:pt>
                  <c:pt idx="185">
                    <c:v>2006-08</c:v>
                  </c:pt>
                  <c:pt idx="186">
                    <c:v>2006-09</c:v>
                  </c:pt>
                  <c:pt idx="187">
                    <c:v>2006-10</c:v>
                  </c:pt>
                  <c:pt idx="188">
                    <c:v>2006-11</c:v>
                  </c:pt>
                  <c:pt idx="189">
                    <c:v>2006-12</c:v>
                  </c:pt>
                  <c:pt idx="190">
                    <c:v>2007-01</c:v>
                  </c:pt>
                  <c:pt idx="191">
                    <c:v>2007-02</c:v>
                  </c:pt>
                  <c:pt idx="192">
                    <c:v>2007-03</c:v>
                  </c:pt>
                  <c:pt idx="193">
                    <c:v>2007-04</c:v>
                  </c:pt>
                  <c:pt idx="194">
                    <c:v>2007-05</c:v>
                  </c:pt>
                  <c:pt idx="195">
                    <c:v>2007-06</c:v>
                  </c:pt>
                  <c:pt idx="196">
                    <c:v>2007-07</c:v>
                  </c:pt>
                  <c:pt idx="197">
                    <c:v>2007-08</c:v>
                  </c:pt>
                  <c:pt idx="198">
                    <c:v>2007-09</c:v>
                  </c:pt>
                  <c:pt idx="199">
                    <c:v>2007-10</c:v>
                  </c:pt>
                  <c:pt idx="200">
                    <c:v>2007-11</c:v>
                  </c:pt>
                  <c:pt idx="201">
                    <c:v>2007-12</c:v>
                  </c:pt>
                  <c:pt idx="202">
                    <c:v>2008-01</c:v>
                  </c:pt>
                  <c:pt idx="203">
                    <c:v>2008-02</c:v>
                  </c:pt>
                  <c:pt idx="204">
                    <c:v>2008-03</c:v>
                  </c:pt>
                  <c:pt idx="205">
                    <c:v>2008-04</c:v>
                  </c:pt>
                  <c:pt idx="206">
                    <c:v>2008-05</c:v>
                  </c:pt>
                  <c:pt idx="207">
                    <c:v>2008-06</c:v>
                  </c:pt>
                  <c:pt idx="208">
                    <c:v>2008-07</c:v>
                  </c:pt>
                  <c:pt idx="209">
                    <c:v>2008-08</c:v>
                  </c:pt>
                  <c:pt idx="210">
                    <c:v>2008-09</c:v>
                  </c:pt>
                  <c:pt idx="211">
                    <c:v>2008-10</c:v>
                  </c:pt>
                  <c:pt idx="212">
                    <c:v>2008-11</c:v>
                  </c:pt>
                  <c:pt idx="213">
                    <c:v>2008-12</c:v>
                  </c:pt>
                  <c:pt idx="214">
                    <c:v>2009-01</c:v>
                  </c:pt>
                  <c:pt idx="215">
                    <c:v>2009-02</c:v>
                  </c:pt>
                  <c:pt idx="216">
                    <c:v>2009-03</c:v>
                  </c:pt>
                  <c:pt idx="217">
                    <c:v>2009-04</c:v>
                  </c:pt>
                  <c:pt idx="218">
                    <c:v>2009-05</c:v>
                  </c:pt>
                  <c:pt idx="219">
                    <c:v>2009-06</c:v>
                  </c:pt>
                  <c:pt idx="220">
                    <c:v>2009-07</c:v>
                  </c:pt>
                  <c:pt idx="221">
                    <c:v>2009-08</c:v>
                  </c:pt>
                  <c:pt idx="222">
                    <c:v>2009-09</c:v>
                  </c:pt>
                  <c:pt idx="223">
                    <c:v>2009-10</c:v>
                  </c:pt>
                  <c:pt idx="224">
                    <c:v>2009-11</c:v>
                  </c:pt>
                  <c:pt idx="225">
                    <c:v>2009-12</c:v>
                  </c:pt>
                  <c:pt idx="226">
                    <c:v>2010-01</c:v>
                  </c:pt>
                  <c:pt idx="227">
                    <c:v>2010-02</c:v>
                  </c:pt>
                  <c:pt idx="228">
                    <c:v>2010-03</c:v>
                  </c:pt>
                  <c:pt idx="229">
                    <c:v>2010-04</c:v>
                  </c:pt>
                  <c:pt idx="230">
                    <c:v>2010-05</c:v>
                  </c:pt>
                  <c:pt idx="231">
                    <c:v>2010-06</c:v>
                  </c:pt>
                  <c:pt idx="232">
                    <c:v>2010-07</c:v>
                  </c:pt>
                  <c:pt idx="233">
                    <c:v>2010-08</c:v>
                  </c:pt>
                  <c:pt idx="234">
                    <c:v>2010-09</c:v>
                  </c:pt>
                  <c:pt idx="235">
                    <c:v>2010-10</c:v>
                  </c:pt>
                  <c:pt idx="236">
                    <c:v>2010-11</c:v>
                  </c:pt>
                  <c:pt idx="237">
                    <c:v>2010-12</c:v>
                  </c:pt>
                  <c:pt idx="238">
                    <c:v>2011-01</c:v>
                  </c:pt>
                  <c:pt idx="239">
                    <c:v>2011-02</c:v>
                  </c:pt>
                  <c:pt idx="240">
                    <c:v>2011-03</c:v>
                  </c:pt>
                  <c:pt idx="241">
                    <c:v>2011-04</c:v>
                  </c:pt>
                  <c:pt idx="242">
                    <c:v>2011-05</c:v>
                  </c:pt>
                  <c:pt idx="243">
                    <c:v>2011-06</c:v>
                  </c:pt>
                  <c:pt idx="244">
                    <c:v>2011-07</c:v>
                  </c:pt>
                  <c:pt idx="245">
                    <c:v>2011-08</c:v>
                  </c:pt>
                  <c:pt idx="246">
                    <c:v>2011-09</c:v>
                  </c:pt>
                  <c:pt idx="247">
                    <c:v>2011-10</c:v>
                  </c:pt>
                  <c:pt idx="248">
                    <c:v>2011-11</c:v>
                  </c:pt>
                  <c:pt idx="249">
                    <c:v>2011-12</c:v>
                  </c:pt>
                  <c:pt idx="250">
                    <c:v>2012-01</c:v>
                  </c:pt>
                  <c:pt idx="251">
                    <c:v>2012-02</c:v>
                  </c:pt>
                  <c:pt idx="252">
                    <c:v>2012-03</c:v>
                  </c:pt>
                  <c:pt idx="253">
                    <c:v>2012-04</c:v>
                  </c:pt>
                  <c:pt idx="254">
                    <c:v>2012-05</c:v>
                  </c:pt>
                  <c:pt idx="255">
                    <c:v>2012-06</c:v>
                  </c:pt>
                  <c:pt idx="256">
                    <c:v>2012-07</c:v>
                  </c:pt>
                  <c:pt idx="257">
                    <c:v>2012-08</c:v>
                  </c:pt>
                  <c:pt idx="258">
                    <c:v>2012-09</c:v>
                  </c:pt>
                  <c:pt idx="259">
                    <c:v>2012-10</c:v>
                  </c:pt>
                  <c:pt idx="260">
                    <c:v>2012-11</c:v>
                  </c:pt>
                  <c:pt idx="261">
                    <c:v>2012-12</c:v>
                  </c:pt>
                  <c:pt idx="262">
                    <c:v>2013-01</c:v>
                  </c:pt>
                  <c:pt idx="263">
                    <c:v>2013-02</c:v>
                  </c:pt>
                  <c:pt idx="264">
                    <c:v>2013-03</c:v>
                  </c:pt>
                  <c:pt idx="265">
                    <c:v>2013-04</c:v>
                  </c:pt>
                  <c:pt idx="266">
                    <c:v>2013-05</c:v>
                  </c:pt>
                  <c:pt idx="267">
                    <c:v>2013-06</c:v>
                  </c:pt>
                  <c:pt idx="268">
                    <c:v>2013-07</c:v>
                  </c:pt>
                  <c:pt idx="269">
                    <c:v>2013-08</c:v>
                  </c:pt>
                  <c:pt idx="270">
                    <c:v>2013-09</c:v>
                  </c:pt>
                  <c:pt idx="271">
                    <c:v>2013-10</c:v>
                  </c:pt>
                  <c:pt idx="272">
                    <c:v>2013-11</c:v>
                  </c:pt>
                  <c:pt idx="273">
                    <c:v>2013-12</c:v>
                  </c:pt>
                  <c:pt idx="274">
                    <c:v>2014-01</c:v>
                  </c:pt>
                  <c:pt idx="275">
                    <c:v>2014-02</c:v>
                  </c:pt>
                  <c:pt idx="276">
                    <c:v>2014-03</c:v>
                  </c:pt>
                  <c:pt idx="277">
                    <c:v>2014-04</c:v>
                  </c:pt>
                  <c:pt idx="278">
                    <c:v>2014-05</c:v>
                  </c:pt>
                  <c:pt idx="279">
                    <c:v>2014-06</c:v>
                  </c:pt>
                  <c:pt idx="280">
                    <c:v>2014-07</c:v>
                  </c:pt>
                  <c:pt idx="281">
                    <c:v>2014-08</c:v>
                  </c:pt>
                  <c:pt idx="282">
                    <c:v>2014-09</c:v>
                  </c:pt>
                  <c:pt idx="283">
                    <c:v>2014-10</c:v>
                  </c:pt>
                  <c:pt idx="284">
                    <c:v>2014-11</c:v>
                  </c:pt>
                  <c:pt idx="285">
                    <c:v>2014-12</c:v>
                  </c:pt>
                  <c:pt idx="286">
                    <c:v>2015-01</c:v>
                  </c:pt>
                  <c:pt idx="287">
                    <c:v>2015-02</c:v>
                  </c:pt>
                  <c:pt idx="288">
                    <c:v>2015-03</c:v>
                  </c:pt>
                  <c:pt idx="289">
                    <c:v>2015-04</c:v>
                  </c:pt>
                  <c:pt idx="290">
                    <c:v>2015-05</c:v>
                  </c:pt>
                  <c:pt idx="291">
                    <c:v>2015-06</c:v>
                  </c:pt>
                  <c:pt idx="292">
                    <c:v>2015-07</c:v>
                  </c:pt>
                  <c:pt idx="293">
                    <c:v>2015-08</c:v>
                  </c:pt>
                  <c:pt idx="294">
                    <c:v>2015-09</c:v>
                  </c:pt>
                  <c:pt idx="295">
                    <c:v>2015-10</c:v>
                  </c:pt>
                  <c:pt idx="296">
                    <c:v>2015-11</c:v>
                  </c:pt>
                  <c:pt idx="297">
                    <c:v>2015-12</c:v>
                  </c:pt>
                  <c:pt idx="298">
                    <c:v>2016-01</c:v>
                  </c:pt>
                  <c:pt idx="299">
                    <c:v>2016-02</c:v>
                  </c:pt>
                  <c:pt idx="300">
                    <c:v>2016-03</c:v>
                  </c:pt>
                  <c:pt idx="301">
                    <c:v>2016-04</c:v>
                  </c:pt>
                  <c:pt idx="302">
                    <c:v>2016-05</c:v>
                  </c:pt>
                  <c:pt idx="303">
                    <c:v>2016-06</c:v>
                  </c:pt>
                  <c:pt idx="304">
                    <c:v>2016-07</c:v>
                  </c:pt>
                  <c:pt idx="305">
                    <c:v>2016-08</c:v>
                  </c:pt>
                  <c:pt idx="306">
                    <c:v>2016-09</c:v>
                  </c:pt>
                  <c:pt idx="307">
                    <c:v>2016-10</c:v>
                  </c:pt>
                  <c:pt idx="308">
                    <c:v>2016-11</c:v>
                  </c:pt>
                  <c:pt idx="309">
                    <c:v>2016-12</c:v>
                  </c:pt>
                  <c:pt idx="310">
                    <c:v>2017-01</c:v>
                  </c:pt>
                  <c:pt idx="311">
                    <c:v>2017-02</c:v>
                  </c:pt>
                  <c:pt idx="312">
                    <c:v>2017-03</c:v>
                  </c:pt>
                  <c:pt idx="313">
                    <c:v>2017-04</c:v>
                  </c:pt>
                  <c:pt idx="314">
                    <c:v>2017-05</c:v>
                  </c:pt>
                  <c:pt idx="315">
                    <c:v>2017-06</c:v>
                  </c:pt>
                  <c:pt idx="316">
                    <c:v>2017-07</c:v>
                  </c:pt>
                  <c:pt idx="317">
                    <c:v>2017-08</c:v>
                  </c:pt>
                  <c:pt idx="318">
                    <c:v>2017-09</c:v>
                  </c:pt>
                  <c:pt idx="319">
                    <c:v>2017-10</c:v>
                  </c:pt>
                  <c:pt idx="320">
                    <c:v>2017-11</c:v>
                  </c:pt>
                  <c:pt idx="321">
                    <c:v>2017-12</c:v>
                  </c:pt>
                  <c:pt idx="322">
                    <c:v>2018-01</c:v>
                  </c:pt>
                  <c:pt idx="323">
                    <c:v>2018-02</c:v>
                  </c:pt>
                  <c:pt idx="324">
                    <c:v>2018-03</c:v>
                  </c:pt>
                  <c:pt idx="325">
                    <c:v>2018-04</c:v>
                  </c:pt>
                  <c:pt idx="326">
                    <c:v>2018-05</c:v>
                  </c:pt>
                  <c:pt idx="327">
                    <c:v>2018-06</c:v>
                  </c:pt>
                  <c:pt idx="328">
                    <c:v>2018-07</c:v>
                  </c:pt>
                  <c:pt idx="329">
                    <c:v>2018-08</c:v>
                  </c:pt>
                  <c:pt idx="330">
                    <c:v>2018-09</c:v>
                  </c:pt>
                  <c:pt idx="331">
                    <c:v>2018-10</c:v>
                  </c:pt>
                  <c:pt idx="332">
                    <c:v>2018-11</c:v>
                  </c:pt>
                  <c:pt idx="333">
                    <c:v>2018-12</c:v>
                  </c:pt>
                  <c:pt idx="334">
                    <c:v>2019-01</c:v>
                  </c:pt>
                  <c:pt idx="335">
                    <c:v>2019-02</c:v>
                  </c:pt>
                  <c:pt idx="336">
                    <c:v>2019-03</c:v>
                  </c:pt>
                  <c:pt idx="337">
                    <c:v>2019-04</c:v>
                  </c:pt>
                  <c:pt idx="338">
                    <c:v>2019-05</c:v>
                  </c:pt>
                  <c:pt idx="339">
                    <c:v>2019-06</c:v>
                  </c:pt>
                  <c:pt idx="340">
                    <c:v>2019-07</c:v>
                  </c:pt>
                  <c:pt idx="341">
                    <c:v>2019-08</c:v>
                  </c:pt>
                  <c:pt idx="342">
                    <c:v>2019-09</c:v>
                  </c:pt>
                  <c:pt idx="343">
                    <c:v>2019-10</c:v>
                  </c:pt>
                  <c:pt idx="344">
                    <c:v>2019-11</c:v>
                  </c:pt>
                  <c:pt idx="345">
                    <c:v>2019-12</c:v>
                  </c:pt>
                  <c:pt idx="346">
                    <c:v>2020-01</c:v>
                  </c:pt>
                  <c:pt idx="347">
                    <c:v>2020-02</c:v>
                  </c:pt>
                  <c:pt idx="348">
                    <c:v>2020-03</c:v>
                  </c:pt>
                  <c:pt idx="349">
                    <c:v>2020-04</c:v>
                  </c:pt>
                  <c:pt idx="350">
                    <c:v>2020-05</c:v>
                  </c:pt>
                  <c:pt idx="351">
                    <c:v>2020-06</c:v>
                  </c:pt>
                  <c:pt idx="352">
                    <c:v>2020-07</c:v>
                  </c:pt>
                  <c:pt idx="353">
                    <c:v>2020-08</c:v>
                  </c:pt>
                  <c:pt idx="354">
                    <c:v>2020-09</c:v>
                  </c:pt>
                  <c:pt idx="355">
                    <c:v>2020-10</c:v>
                  </c:pt>
                  <c:pt idx="356">
                    <c:v>2020-11</c:v>
                  </c:pt>
                  <c:pt idx="357">
                    <c:v>2020-12</c:v>
                  </c:pt>
                  <c:pt idx="358">
                    <c:v>2021-01</c:v>
                  </c:pt>
                  <c:pt idx="359">
                    <c:v>2021-02</c:v>
                  </c:pt>
                  <c:pt idx="360">
                    <c:v>2021-03</c:v>
                  </c:pt>
                  <c:pt idx="361">
                    <c:v>2021-04</c:v>
                  </c:pt>
                  <c:pt idx="362">
                    <c:v>2021-05</c:v>
                  </c:pt>
                  <c:pt idx="363">
                    <c:v>2021-06</c:v>
                  </c:pt>
                  <c:pt idx="364">
                    <c:v>2021-07</c:v>
                  </c:pt>
                  <c:pt idx="365">
                    <c:v>2021-08</c:v>
                  </c:pt>
                  <c:pt idx="366">
                    <c:v>2021-09</c:v>
                  </c:pt>
                  <c:pt idx="367">
                    <c:v>2021-10</c:v>
                  </c:pt>
                  <c:pt idx="368">
                    <c:v>2021-11</c:v>
                  </c:pt>
                  <c:pt idx="369">
                    <c:v>2021-12</c:v>
                  </c:pt>
                  <c:pt idx="370">
                    <c:v>2022-01</c:v>
                  </c:pt>
                  <c:pt idx="371">
                    <c:v>2022-02</c:v>
                  </c:pt>
                  <c:pt idx="372">
                    <c:v>2022-03</c:v>
                  </c:pt>
                  <c:pt idx="373">
                    <c:v>2022-04</c:v>
                  </c:pt>
                  <c:pt idx="374">
                    <c:v>2022-05</c:v>
                  </c:pt>
                  <c:pt idx="375">
                    <c:v>2022-06</c:v>
                  </c:pt>
                  <c:pt idx="376">
                    <c:v>2022-07</c:v>
                  </c:pt>
                  <c:pt idx="377">
                    <c:v>2022-08</c:v>
                  </c:pt>
                  <c:pt idx="378">
                    <c:v>2022-09</c:v>
                  </c:pt>
                  <c:pt idx="379">
                    <c:v>2022-10</c:v>
                  </c:pt>
                  <c:pt idx="380">
                    <c:v>2022-11</c:v>
                  </c:pt>
                  <c:pt idx="381">
                    <c:v>2022-12</c:v>
                  </c:pt>
                </c:lvl>
              </c:multiLvlStrCache>
            </c:multiLvlStrRef>
          </c:cat>
          <c:val>
            <c:numRef>
              <c:f>Sheet1!$C$2:$C$383</c:f>
              <c:numCache>
                <c:formatCode>General</c:formatCode>
                <c:ptCount val="382"/>
                <c:pt idx="0">
                  <c:v>100.68</c:v>
                </c:pt>
                <c:pt idx="1">
                  <c:v>100.74</c:v>
                </c:pt>
                <c:pt idx="2">
                  <c:v>103.78</c:v>
                </c:pt>
                <c:pt idx="3">
                  <c:v>98.85</c:v>
                </c:pt>
                <c:pt idx="4">
                  <c:v>102.86</c:v>
                </c:pt>
                <c:pt idx="5">
                  <c:v>104.01</c:v>
                </c:pt>
                <c:pt idx="6">
                  <c:v>103.72</c:v>
                </c:pt>
                <c:pt idx="7">
                  <c:v>105.09</c:v>
                </c:pt>
                <c:pt idx="8">
                  <c:v>101.18</c:v>
                </c:pt>
                <c:pt idx="9">
                  <c:v>104.67</c:v>
                </c:pt>
                <c:pt idx="10">
                  <c:v>108.88</c:v>
                </c:pt>
                <c:pt idx="11">
                  <c:v>111.02</c:v>
                </c:pt>
                <c:pt idx="12">
                  <c:v>106.97</c:v>
                </c:pt>
                <c:pt idx="13">
                  <c:v>108.2</c:v>
                </c:pt>
                <c:pt idx="14">
                  <c:v>111.92</c:v>
                </c:pt>
                <c:pt idx="15">
                  <c:v>107.06</c:v>
                </c:pt>
                <c:pt idx="16">
                  <c:v>104.89</c:v>
                </c:pt>
                <c:pt idx="17">
                  <c:v>103.47</c:v>
                </c:pt>
                <c:pt idx="18">
                  <c:v>104.24</c:v>
                </c:pt>
                <c:pt idx="19">
                  <c:v>106.81</c:v>
                </c:pt>
                <c:pt idx="20">
                  <c:v>109.28</c:v>
                </c:pt>
                <c:pt idx="21">
                  <c:v>109.67</c:v>
                </c:pt>
                <c:pt idx="22">
                  <c:v>110.37</c:v>
                </c:pt>
                <c:pt idx="23">
                  <c:v>114.6</c:v>
                </c:pt>
                <c:pt idx="24">
                  <c:v>117.68</c:v>
                </c:pt>
                <c:pt idx="25">
                  <c:v>118.62</c:v>
                </c:pt>
                <c:pt idx="26">
                  <c:v>121.35</c:v>
                </c:pt>
                <c:pt idx="27">
                  <c:v>121.98</c:v>
                </c:pt>
                <c:pt idx="28">
                  <c:v>124.3</c:v>
                </c:pt>
                <c:pt idx="29">
                  <c:v>130.78</c:v>
                </c:pt>
                <c:pt idx="30">
                  <c:v>128.63</c:v>
                </c:pt>
                <c:pt idx="31">
                  <c:v>135.76</c:v>
                </c:pt>
                <c:pt idx="32">
                  <c:v>130.97</c:v>
                </c:pt>
                <c:pt idx="33">
                  <c:v>141.21</c:v>
                </c:pt>
                <c:pt idx="34">
                  <c:v>146.81</c:v>
                </c:pt>
                <c:pt idx="35">
                  <c:v>140.91</c:v>
                </c:pt>
                <c:pt idx="36">
                  <c:v>133.13</c:v>
                </c:pt>
                <c:pt idx="37">
                  <c:v>135.15</c:v>
                </c:pt>
                <c:pt idx="38">
                  <c:v>135.37</c:v>
                </c:pt>
                <c:pt idx="39">
                  <c:v>129.12</c:v>
                </c:pt>
                <c:pt idx="40">
                  <c:v>135.31</c:v>
                </c:pt>
                <c:pt idx="41">
                  <c:v>140.23</c:v>
                </c:pt>
                <c:pt idx="42">
                  <c:v>134.16</c:v>
                </c:pt>
                <c:pt idx="43">
                  <c:v>136.67</c:v>
                </c:pt>
                <c:pt idx="44">
                  <c:v>131.25</c:v>
                </c:pt>
                <c:pt idx="45">
                  <c:v>131.92</c:v>
                </c:pt>
                <c:pt idx="46">
                  <c:v>127.83</c:v>
                </c:pt>
                <c:pt idx="47">
                  <c:v>131.56</c:v>
                </c:pt>
                <c:pt idx="48">
                  <c:v>133.03</c:v>
                </c:pt>
                <c:pt idx="49">
                  <c:v>137.06</c:v>
                </c:pt>
                <c:pt idx="50">
                  <c:v>140.65</c:v>
                </c:pt>
                <c:pt idx="51">
                  <c:v>141.06</c:v>
                </c:pt>
                <c:pt idx="52">
                  <c:v>148.49</c:v>
                </c:pt>
                <c:pt idx="53">
                  <c:v>148.86</c:v>
                </c:pt>
                <c:pt idx="54">
                  <c:v>150.15</c:v>
                </c:pt>
                <c:pt idx="55">
                  <c:v>149.1</c:v>
                </c:pt>
                <c:pt idx="56">
                  <c:v>154.7</c:v>
                </c:pt>
                <c:pt idx="57">
                  <c:v>157.37</c:v>
                </c:pt>
                <c:pt idx="58">
                  <c:v>166.36</c:v>
                </c:pt>
                <c:pt idx="59">
                  <c:v>166.06</c:v>
                </c:pt>
                <c:pt idx="60">
                  <c:v>167.39</c:v>
                </c:pt>
                <c:pt idx="61">
                  <c:v>172.06</c:v>
                </c:pt>
                <c:pt idx="62">
                  <c:v>173.28</c:v>
                </c:pt>
                <c:pt idx="63">
                  <c:v>171.94</c:v>
                </c:pt>
                <c:pt idx="64">
                  <c:v>164.97</c:v>
                </c:pt>
                <c:pt idx="65">
                  <c:v>168.89</c:v>
                </c:pt>
                <c:pt idx="66">
                  <c:v>177.43</c:v>
                </c:pt>
                <c:pt idx="67">
                  <c:v>180.09</c:v>
                </c:pt>
                <c:pt idx="68">
                  <c:v>190.49</c:v>
                </c:pt>
                <c:pt idx="69">
                  <c:v>188.87</c:v>
                </c:pt>
                <c:pt idx="70">
                  <c:v>195.16</c:v>
                </c:pt>
                <c:pt idx="71">
                  <c:v>197.54</c:v>
                </c:pt>
                <c:pt idx="72">
                  <c:v>194.41</c:v>
                </c:pt>
                <c:pt idx="73">
                  <c:v>199.18</c:v>
                </c:pt>
                <c:pt idx="74">
                  <c:v>211.75</c:v>
                </c:pt>
                <c:pt idx="75">
                  <c:v>220.03</c:v>
                </c:pt>
                <c:pt idx="76">
                  <c:v>235.99</c:v>
                </c:pt>
                <c:pt idx="77">
                  <c:v>219.1</c:v>
                </c:pt>
                <c:pt idx="78">
                  <c:v>231.96</c:v>
                </c:pt>
                <c:pt idx="79">
                  <c:v>211.01</c:v>
                </c:pt>
                <c:pt idx="80">
                  <c:v>213.62</c:v>
                </c:pt>
                <c:pt idx="81">
                  <c:v>216.31</c:v>
                </c:pt>
                <c:pt idx="82">
                  <c:v>231.56</c:v>
                </c:pt>
                <c:pt idx="83">
                  <c:v>246.63</c:v>
                </c:pt>
                <c:pt idx="84">
                  <c:v>253.5</c:v>
                </c:pt>
                <c:pt idx="85">
                  <c:v>249.8</c:v>
                </c:pt>
                <c:pt idx="86">
                  <c:v>241.42</c:v>
                </c:pt>
                <c:pt idx="87">
                  <c:v>241.1</c:v>
                </c:pt>
                <c:pt idx="88">
                  <c:v>243.31</c:v>
                </c:pt>
                <c:pt idx="89">
                  <c:v>209.87</c:v>
                </c:pt>
                <c:pt idx="90">
                  <c:v>211.33</c:v>
                </c:pt>
                <c:pt idx="91">
                  <c:v>233.29</c:v>
                </c:pt>
                <c:pt idx="92">
                  <c:v>251.58</c:v>
                </c:pt>
                <c:pt idx="93">
                  <c:v>261.1</c:v>
                </c:pt>
                <c:pt idx="94">
                  <c:v>272.75</c:v>
                </c:pt>
                <c:pt idx="95">
                  <c:v>265.5</c:v>
                </c:pt>
                <c:pt idx="96">
                  <c:v>282.03</c:v>
                </c:pt>
                <c:pt idx="97">
                  <c:v>307.36</c:v>
                </c:pt>
                <c:pt idx="98">
                  <c:v>294.14</c:v>
                </c:pt>
                <c:pt idx="99">
                  <c:v>315.42</c:v>
                </c:pt>
                <c:pt idx="100">
                  <c:v>316.13</c:v>
                </c:pt>
                <c:pt idx="101">
                  <c:v>317.92</c:v>
                </c:pt>
                <c:pt idx="102">
                  <c:v>307.99</c:v>
                </c:pt>
                <c:pt idx="103">
                  <c:v>320.76</c:v>
                </c:pt>
                <c:pt idx="104">
                  <c:v>346.49</c:v>
                </c:pt>
                <c:pt idx="105">
                  <c:v>378.12</c:v>
                </c:pt>
                <c:pt idx="106">
                  <c:v>366.64</c:v>
                </c:pt>
                <c:pt idx="107">
                  <c:v>377.78</c:v>
                </c:pt>
                <c:pt idx="108">
                  <c:v>389.86</c:v>
                </c:pt>
                <c:pt idx="109">
                  <c:v>367.31</c:v>
                </c:pt>
                <c:pt idx="110">
                  <c:v>356.36</c:v>
                </c:pt>
                <c:pt idx="111">
                  <c:v>375.63</c:v>
                </c:pt>
                <c:pt idx="112">
                  <c:v>369.77</c:v>
                </c:pt>
                <c:pt idx="113">
                  <c:v>386.13</c:v>
                </c:pt>
                <c:pt idx="114">
                  <c:v>359.76</c:v>
                </c:pt>
                <c:pt idx="115">
                  <c:v>347.33</c:v>
                </c:pt>
                <c:pt idx="116">
                  <c:v>324.49</c:v>
                </c:pt>
                <c:pt idx="117">
                  <c:v>325.46</c:v>
                </c:pt>
                <c:pt idx="118">
                  <c:v>344.76</c:v>
                </c:pt>
                <c:pt idx="119">
                  <c:v>314.54</c:v>
                </c:pt>
                <c:pt idx="120">
                  <c:v>293.38</c:v>
                </c:pt>
                <c:pt idx="121">
                  <c:v>319.44</c:v>
                </c:pt>
                <c:pt idx="122">
                  <c:v>319.29</c:v>
                </c:pt>
                <c:pt idx="123">
                  <c:v>313.4</c:v>
                </c:pt>
                <c:pt idx="124">
                  <c:v>300.02</c:v>
                </c:pt>
                <c:pt idx="125">
                  <c:v>283.24</c:v>
                </c:pt>
                <c:pt idx="126">
                  <c:v>252.26</c:v>
                </c:pt>
                <c:pt idx="127">
                  <c:v>264.34</c:v>
                </c:pt>
                <c:pt idx="128">
                  <c:v>284.99</c:v>
                </c:pt>
                <c:pt idx="129">
                  <c:v>291</c:v>
                </c:pt>
                <c:pt idx="130">
                  <c:v>288.99</c:v>
                </c:pt>
                <c:pt idx="131">
                  <c:v>291.01</c:v>
                </c:pt>
                <c:pt idx="132">
                  <c:v>304.7</c:v>
                </c:pt>
                <c:pt idx="133">
                  <c:v>295.53</c:v>
                </c:pt>
                <c:pt idx="134">
                  <c:v>291.27</c:v>
                </c:pt>
                <c:pt idx="135">
                  <c:v>269.64</c:v>
                </c:pt>
                <c:pt idx="136">
                  <c:v>251.99</c:v>
                </c:pt>
                <c:pt idx="137">
                  <c:v>252.07</c:v>
                </c:pt>
                <c:pt idx="138">
                  <c:v>226.03</c:v>
                </c:pt>
                <c:pt idx="139">
                  <c:v>239.05</c:v>
                </c:pt>
                <c:pt idx="140">
                  <c:v>253.98</c:v>
                </c:pt>
                <c:pt idx="141">
                  <c:v>240.26</c:v>
                </c:pt>
                <c:pt idx="142">
                  <c:v>233.65</c:v>
                </c:pt>
                <c:pt idx="143">
                  <c:v>230.35</c:v>
                </c:pt>
                <c:pt idx="144">
                  <c:v>225.43</c:v>
                </c:pt>
                <c:pt idx="145">
                  <c:v>242.6</c:v>
                </c:pt>
                <c:pt idx="146">
                  <c:v>254.21</c:v>
                </c:pt>
                <c:pt idx="147">
                  <c:v>260.18</c:v>
                </c:pt>
                <c:pt idx="148">
                  <c:v>268.11</c:v>
                </c:pt>
                <c:pt idx="149">
                  <c:v>277.67</c:v>
                </c:pt>
                <c:pt idx="150">
                  <c:v>274.68</c:v>
                </c:pt>
                <c:pt idx="151">
                  <c:v>291.05</c:v>
                </c:pt>
                <c:pt idx="152">
                  <c:v>293.87</c:v>
                </c:pt>
                <c:pt idx="153">
                  <c:v>306.68</c:v>
                </c:pt>
                <c:pt idx="154">
                  <c:v>312.79</c:v>
                </c:pt>
                <c:pt idx="155">
                  <c:v>318.72</c:v>
                </c:pt>
                <c:pt idx="156">
                  <c:v>317.08</c:v>
                </c:pt>
                <c:pt idx="157">
                  <c:v>308.62</c:v>
                </c:pt>
                <c:pt idx="158">
                  <c:v>309.42</c:v>
                </c:pt>
                <c:pt idx="159">
                  <c:v>314.16</c:v>
                </c:pt>
                <c:pt idx="160">
                  <c:v>305.37</c:v>
                </c:pt>
                <c:pt idx="161">
                  <c:v>309.4</c:v>
                </c:pt>
                <c:pt idx="162">
                  <c:v>316.16</c:v>
                </c:pt>
                <c:pt idx="163">
                  <c:v>321.78</c:v>
                </c:pt>
                <c:pt idx="164">
                  <c:v>335.53</c:v>
                </c:pt>
                <c:pt idx="165">
                  <c:v>345.1</c:v>
                </c:pt>
                <c:pt idx="166">
                  <c:v>343.88</c:v>
                </c:pt>
                <c:pt idx="167">
                  <c:v>355.46</c:v>
                </c:pt>
                <c:pt idx="168">
                  <c:v>348.36</c:v>
                </c:pt>
                <c:pt idx="169">
                  <c:v>341.78</c:v>
                </c:pt>
                <c:pt idx="170">
                  <c:v>352.42</c:v>
                </c:pt>
                <c:pt idx="171">
                  <c:v>360.69</c:v>
                </c:pt>
                <c:pt idx="172">
                  <c:v>375.38</c:v>
                </c:pt>
                <c:pt idx="173">
                  <c:v>377.8</c:v>
                </c:pt>
                <c:pt idx="174">
                  <c:v>393.63</c:v>
                </c:pt>
                <c:pt idx="175">
                  <c:v>381.65</c:v>
                </c:pt>
                <c:pt idx="176">
                  <c:v>400.6</c:v>
                </c:pt>
                <c:pt idx="177">
                  <c:v>413.44</c:v>
                </c:pt>
                <c:pt idx="178">
                  <c:v>434.07</c:v>
                </c:pt>
                <c:pt idx="179">
                  <c:v>432.66</c:v>
                </c:pt>
                <c:pt idx="180">
                  <c:v>441.99</c:v>
                </c:pt>
                <c:pt idx="181">
                  <c:v>453.44</c:v>
                </c:pt>
                <c:pt idx="182">
                  <c:v>432.57</c:v>
                </c:pt>
                <c:pt idx="183">
                  <c:v>432.62</c:v>
                </c:pt>
                <c:pt idx="184">
                  <c:v>437.02</c:v>
                </c:pt>
                <c:pt idx="185">
                  <c:v>447.78</c:v>
                </c:pt>
                <c:pt idx="186">
                  <c:v>452.38</c:v>
                </c:pt>
                <c:pt idx="187">
                  <c:v>466.93</c:v>
                </c:pt>
                <c:pt idx="188">
                  <c:v>477.94</c:v>
                </c:pt>
                <c:pt idx="189">
                  <c:v>489.5</c:v>
                </c:pt>
                <c:pt idx="190">
                  <c:v>496.42</c:v>
                </c:pt>
                <c:pt idx="191">
                  <c:v>495.44</c:v>
                </c:pt>
                <c:pt idx="192">
                  <c:v>502.01</c:v>
                </c:pt>
                <c:pt idx="193">
                  <c:v>520.92</c:v>
                </c:pt>
                <c:pt idx="194">
                  <c:v>536.75</c:v>
                </c:pt>
                <c:pt idx="195">
                  <c:v>538.64</c:v>
                </c:pt>
                <c:pt idx="196">
                  <c:v>537.78</c:v>
                </c:pt>
                <c:pt idx="197">
                  <c:v>539.13</c:v>
                </c:pt>
                <c:pt idx="198">
                  <c:v>565.56</c:v>
                </c:pt>
                <c:pt idx="199">
                  <c:v>590.74</c:v>
                </c:pt>
                <c:pt idx="200">
                  <c:v>567.04</c:v>
                </c:pt>
                <c:pt idx="201">
                  <c:v>566.5</c:v>
                </c:pt>
                <c:pt idx="202">
                  <c:v>509.61</c:v>
                </c:pt>
                <c:pt idx="203">
                  <c:v>510.51</c:v>
                </c:pt>
                <c:pt idx="204">
                  <c:v>502.13</c:v>
                </c:pt>
                <c:pt idx="205">
                  <c:v>529.01</c:v>
                </c:pt>
                <c:pt idx="206">
                  <c:v>534.23</c:v>
                </c:pt>
                <c:pt idx="207">
                  <c:v>495.91</c:v>
                </c:pt>
                <c:pt idx="208">
                  <c:v>486.86</c:v>
                </c:pt>
                <c:pt idx="209">
                  <c:v>480.94</c:v>
                </c:pt>
                <c:pt idx="210">
                  <c:v>434.1</c:v>
                </c:pt>
                <c:pt idx="211">
                  <c:v>369.28</c:v>
                </c:pt>
                <c:pt idx="212">
                  <c:v>364.53</c:v>
                </c:pt>
                <c:pt idx="213">
                  <c:v>380.85</c:v>
                </c:pt>
                <c:pt idx="214">
                  <c:v>357.92</c:v>
                </c:pt>
                <c:pt idx="215">
                  <c:v>332.81</c:v>
                </c:pt>
                <c:pt idx="216">
                  <c:v>357.16</c:v>
                </c:pt>
                <c:pt idx="217">
                  <c:v>391.55</c:v>
                </c:pt>
                <c:pt idx="218">
                  <c:v>419.82</c:v>
                </c:pt>
                <c:pt idx="219">
                  <c:v>418.24</c:v>
                </c:pt>
                <c:pt idx="220">
                  <c:v>452.4</c:v>
                </c:pt>
                <c:pt idx="221">
                  <c:v>464.02</c:v>
                </c:pt>
                <c:pt idx="222">
                  <c:v>483.75</c:v>
                </c:pt>
                <c:pt idx="223">
                  <c:v>472.36</c:v>
                </c:pt>
                <c:pt idx="224">
                  <c:v>483.78</c:v>
                </c:pt>
                <c:pt idx="225">
                  <c:v>499.11</c:v>
                </c:pt>
                <c:pt idx="226">
                  <c:v>476.89</c:v>
                </c:pt>
                <c:pt idx="227">
                  <c:v>484.63</c:v>
                </c:pt>
                <c:pt idx="228">
                  <c:v>511.59</c:v>
                </c:pt>
                <c:pt idx="229">
                  <c:v>514.06</c:v>
                </c:pt>
                <c:pt idx="230">
                  <c:v>482.06</c:v>
                </c:pt>
                <c:pt idx="231">
                  <c:v>476.34</c:v>
                </c:pt>
                <c:pt idx="232">
                  <c:v>498.38</c:v>
                </c:pt>
                <c:pt idx="233">
                  <c:v>488.86</c:v>
                </c:pt>
                <c:pt idx="234">
                  <c:v>523.06</c:v>
                </c:pt>
                <c:pt idx="235">
                  <c:v>536.42</c:v>
                </c:pt>
                <c:pt idx="236">
                  <c:v>532.31</c:v>
                </c:pt>
                <c:pt idx="237">
                  <c:v>556.68</c:v>
                </c:pt>
                <c:pt idx="238">
                  <c:v>560.94</c:v>
                </c:pt>
                <c:pt idx="239">
                  <c:v>570.1</c:v>
                </c:pt>
                <c:pt idx="240">
                  <c:v>569.4</c:v>
                </c:pt>
                <c:pt idx="241">
                  <c:v>587.2</c:v>
                </c:pt>
                <c:pt idx="242">
                  <c:v>576.47</c:v>
                </c:pt>
                <c:pt idx="243">
                  <c:v>567.49</c:v>
                </c:pt>
                <c:pt idx="244">
                  <c:v>562.11</c:v>
                </c:pt>
                <c:pt idx="245">
                  <c:v>529.24</c:v>
                </c:pt>
                <c:pt idx="246">
                  <c:v>483.67</c:v>
                </c:pt>
                <c:pt idx="247">
                  <c:v>525.82</c:v>
                </c:pt>
                <c:pt idx="248">
                  <c:v>514.12</c:v>
                </c:pt>
                <c:pt idx="249">
                  <c:v>509.5</c:v>
                </c:pt>
                <c:pt idx="250">
                  <c:v>540.75</c:v>
                </c:pt>
                <c:pt idx="251">
                  <c:v>560.74</c:v>
                </c:pt>
                <c:pt idx="252">
                  <c:v>558.63</c:v>
                </c:pt>
                <c:pt idx="253">
                  <c:v>549.84</c:v>
                </c:pt>
                <c:pt idx="254">
                  <c:v>511.76</c:v>
                </c:pt>
                <c:pt idx="255">
                  <c:v>530.67</c:v>
                </c:pt>
                <c:pt idx="256">
                  <c:v>539.59</c:v>
                </c:pt>
                <c:pt idx="257">
                  <c:v>550.71</c:v>
                </c:pt>
                <c:pt idx="258">
                  <c:v>564.91</c:v>
                </c:pt>
                <c:pt idx="259">
                  <c:v>564.62</c:v>
                </c:pt>
                <c:pt idx="260">
                  <c:v>575.38</c:v>
                </c:pt>
                <c:pt idx="261">
                  <c:v>590.22</c:v>
                </c:pt>
                <c:pt idx="262">
                  <c:v>608.83</c:v>
                </c:pt>
                <c:pt idx="263">
                  <c:v>611.6</c:v>
                </c:pt>
                <c:pt idx="264">
                  <c:v>616.25</c:v>
                </c:pt>
                <c:pt idx="265">
                  <c:v>628.24</c:v>
                </c:pt>
                <c:pt idx="266">
                  <c:v>626.67</c:v>
                </c:pt>
                <c:pt idx="267">
                  <c:v>599.22</c:v>
                </c:pt>
                <c:pt idx="268">
                  <c:v>629.45</c:v>
                </c:pt>
                <c:pt idx="269">
                  <c:v>623.51</c:v>
                </c:pt>
                <c:pt idx="270">
                  <c:v>646.75</c:v>
                </c:pt>
                <c:pt idx="271">
                  <c:v>667.09</c:v>
                </c:pt>
                <c:pt idx="272">
                  <c:v>675.18</c:v>
                </c:pt>
                <c:pt idx="273">
                  <c:v>681.58</c:v>
                </c:pt>
                <c:pt idx="274">
                  <c:v>659.79</c:v>
                </c:pt>
                <c:pt idx="275">
                  <c:v>685.53</c:v>
                </c:pt>
                <c:pt idx="276">
                  <c:v>683.28</c:v>
                </c:pt>
                <c:pt idx="277">
                  <c:v>688.28</c:v>
                </c:pt>
                <c:pt idx="278">
                  <c:v>700.31</c:v>
                </c:pt>
                <c:pt idx="279">
                  <c:v>708.07</c:v>
                </c:pt>
                <c:pt idx="280">
                  <c:v>708.19</c:v>
                </c:pt>
                <c:pt idx="281">
                  <c:v>720.35</c:v>
                </c:pt>
                <c:pt idx="282">
                  <c:v>702.19</c:v>
                </c:pt>
                <c:pt idx="283">
                  <c:v>703.36</c:v>
                </c:pt>
                <c:pt idx="284">
                  <c:v>716.94</c:v>
                </c:pt>
                <c:pt idx="285">
                  <c:v>709.88</c:v>
                </c:pt>
                <c:pt idx="286">
                  <c:v>731.02</c:v>
                </c:pt>
                <c:pt idx="287">
                  <c:v>759.15</c:v>
                </c:pt>
                <c:pt idx="288">
                  <c:v>759.45</c:v>
                </c:pt>
                <c:pt idx="289">
                  <c:v>772.85</c:v>
                </c:pt>
                <c:pt idx="290">
                  <c:v>772.21</c:v>
                </c:pt>
                <c:pt idx="291">
                  <c:v>746.81</c:v>
                </c:pt>
                <c:pt idx="292">
                  <c:v>752.41</c:v>
                </c:pt>
                <c:pt idx="293">
                  <c:v>703.93</c:v>
                </c:pt>
                <c:pt idx="294">
                  <c:v>684.73</c:v>
                </c:pt>
                <c:pt idx="295">
                  <c:v>742.3</c:v>
                </c:pt>
                <c:pt idx="296">
                  <c:v>752.92</c:v>
                </c:pt>
                <c:pt idx="297">
                  <c:v>741.55</c:v>
                </c:pt>
                <c:pt idx="298">
                  <c:v>707.22</c:v>
                </c:pt>
                <c:pt idx="299">
                  <c:v>716.53</c:v>
                </c:pt>
                <c:pt idx="300">
                  <c:v>747.9</c:v>
                </c:pt>
                <c:pt idx="301">
                  <c:v>759.86</c:v>
                </c:pt>
                <c:pt idx="302">
                  <c:v>775.94</c:v>
                </c:pt>
                <c:pt idx="303">
                  <c:v>784.54</c:v>
                </c:pt>
                <c:pt idx="304">
                  <c:v>817.68</c:v>
                </c:pt>
                <c:pt idx="305">
                  <c:v>814.75</c:v>
                </c:pt>
                <c:pt idx="306">
                  <c:v>824.93</c:v>
                </c:pt>
                <c:pt idx="307">
                  <c:v>828.51</c:v>
                </c:pt>
                <c:pt idx="308">
                  <c:v>828.95</c:v>
                </c:pt>
                <c:pt idx="309">
                  <c:v>863.2</c:v>
                </c:pt>
                <c:pt idx="310">
                  <c:v>877.66</c:v>
                </c:pt>
                <c:pt idx="311">
                  <c:v>908.71</c:v>
                </c:pt>
                <c:pt idx="312">
                  <c:v>921.66</c:v>
                </c:pt>
                <c:pt idx="313">
                  <c:v>948.07</c:v>
                </c:pt>
                <c:pt idx="314">
                  <c:v>1001.28</c:v>
                </c:pt>
                <c:pt idx="315">
                  <c:v>1002.87</c:v>
                </c:pt>
                <c:pt idx="316">
                  <c:v>1027.03</c:v>
                </c:pt>
                <c:pt idx="317">
                  <c:v>1066.84</c:v>
                </c:pt>
                <c:pt idx="318">
                  <c:v>1065.47</c:v>
                </c:pt>
                <c:pt idx="319">
                  <c:v>1128.4</c:v>
                </c:pt>
                <c:pt idx="320">
                  <c:v>1164.64</c:v>
                </c:pt>
                <c:pt idx="321">
                  <c:v>1216.29</c:v>
                </c:pt>
                <c:pt idx="322">
                  <c:v>1229.78</c:v>
                </c:pt>
                <c:pt idx="323">
                  <c:v>1201.54</c:v>
                </c:pt>
                <c:pt idx="324">
                  <c:v>1158.77</c:v>
                </c:pt>
                <c:pt idx="325">
                  <c:v>1200.05</c:v>
                </c:pt>
                <c:pt idx="326">
                  <c:v>1182.5</c:v>
                </c:pt>
                <c:pt idx="327">
                  <c:v>1158.89</c:v>
                </c:pt>
                <c:pt idx="328">
                  <c:v>1193.38</c:v>
                </c:pt>
                <c:pt idx="329">
                  <c:v>1180.13</c:v>
                </c:pt>
                <c:pt idx="330">
                  <c:v>1179.18</c:v>
                </c:pt>
                <c:pt idx="331">
                  <c:v>1099.4</c:v>
                </c:pt>
                <c:pt idx="332">
                  <c:v>1079</c:v>
                </c:pt>
                <c:pt idx="333">
                  <c:v>1030.06</c:v>
                </c:pt>
                <c:pt idx="334">
                  <c:v>1082.99</c:v>
                </c:pt>
                <c:pt idx="335">
                  <c:v>1121.69</c:v>
                </c:pt>
                <c:pt idx="336">
                  <c:v>1137.18</c:v>
                </c:pt>
                <c:pt idx="337">
                  <c:v>1189.15</c:v>
                </c:pt>
                <c:pt idx="338">
                  <c:v>1177.84</c:v>
                </c:pt>
                <c:pt idx="339">
                  <c:v>1267.64</c:v>
                </c:pt>
                <c:pt idx="340">
                  <c:v>1250.99</c:v>
                </c:pt>
                <c:pt idx="341">
                  <c:v>1232.94</c:v>
                </c:pt>
                <c:pt idx="342">
                  <c:v>1251.17</c:v>
                </c:pt>
                <c:pt idx="343">
                  <c:v>1281.27</c:v>
                </c:pt>
                <c:pt idx="344">
                  <c:v>1287.09</c:v>
                </c:pt>
                <c:pt idx="345">
                  <c:v>1310.19</c:v>
                </c:pt>
                <c:pt idx="346">
                  <c:v>1318.3</c:v>
                </c:pt>
                <c:pt idx="347">
                  <c:v>1233.82</c:v>
                </c:pt>
                <c:pt idx="348">
                  <c:v>1087.75</c:v>
                </c:pt>
                <c:pt idx="349">
                  <c:v>1183.55</c:v>
                </c:pt>
                <c:pt idx="350">
                  <c:v>1233.58</c:v>
                </c:pt>
                <c:pt idx="351">
                  <c:v>1278.61</c:v>
                </c:pt>
                <c:pt idx="352">
                  <c:v>1323.75</c:v>
                </c:pt>
                <c:pt idx="353">
                  <c:v>1372.76</c:v>
                </c:pt>
                <c:pt idx="354">
                  <c:v>1339.33</c:v>
                </c:pt>
                <c:pt idx="355">
                  <c:v>1322.76</c:v>
                </c:pt>
                <c:pt idx="356">
                  <c:v>1491.65</c:v>
                </c:pt>
                <c:pt idx="357">
                  <c:v>1586.8</c:v>
                </c:pt>
                <c:pt idx="358">
                  <c:v>1598.93</c:v>
                </c:pt>
                <c:pt idx="359">
                  <c:v>1667.56</c:v>
                </c:pt>
                <c:pt idx="360">
                  <c:v>1733.79</c:v>
                </c:pt>
                <c:pt idx="361">
                  <c:v>1780.72</c:v>
                </c:pt>
                <c:pt idx="362">
                  <c:v>1769.58</c:v>
                </c:pt>
                <c:pt idx="363">
                  <c:v>1784.67</c:v>
                </c:pt>
                <c:pt idx="364">
                  <c:v>1797.2</c:v>
                </c:pt>
                <c:pt idx="365">
                  <c:v>1836.52</c:v>
                </c:pt>
                <c:pt idx="366">
                  <c:v>1789.77</c:v>
                </c:pt>
                <c:pt idx="367">
                  <c:v>1881.65</c:v>
                </c:pt>
                <c:pt idx="368">
                  <c:v>1831.28</c:v>
                </c:pt>
                <c:pt idx="369">
                  <c:v>1868.51</c:v>
                </c:pt>
                <c:pt idx="370">
                  <c:v>1791.91</c:v>
                </c:pt>
                <c:pt idx="371">
                  <c:v>1754.98</c:v>
                </c:pt>
                <c:pt idx="372">
                  <c:v>1784.42</c:v>
                </c:pt>
                <c:pt idx="373">
                  <c:v>1689.09</c:v>
                </c:pt>
                <c:pt idx="374">
                  <c:v>1675.16</c:v>
                </c:pt>
                <c:pt idx="375">
                  <c:v>1527.46</c:v>
                </c:pt>
                <c:pt idx="376">
                  <c:v>1616.08</c:v>
                </c:pt>
                <c:pt idx="377">
                  <c:v>1559.15</c:v>
                </c:pt>
                <c:pt idx="378">
                  <c:v>1436.13</c:v>
                </c:pt>
                <c:pt idx="379">
                  <c:v>1492.29</c:v>
                </c:pt>
                <c:pt idx="380">
                  <c:v>1601.13</c:v>
                </c:pt>
                <c:pt idx="381">
                  <c:v>1548.44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S&amp;P 500</c:v>
                </c:pt>
              </c:strCache>
            </c:strRef>
          </c:tx>
          <c:spPr>
            <a:solidFill>
              <a:srgbClr val="E09F1F"/>
            </a:solidFill>
            <a:ln w="28575" cap="flat">
              <a:solidFill>
                <a:srgbClr val="E09F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9F1F"/>
              </a:solidFill>
              <a:ln w="9525" cap="flat">
                <a:solidFill>
                  <a:srgbClr val="E09F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Sheet1!$A$2:$A$383</c:f>
              <c:multiLvlStrCache>
                <c:ptCount val="382"/>
                <c:lvl>
                  <c:pt idx="0">
                    <c:v>1991-03</c:v>
                  </c:pt>
                  <c:pt idx="1">
                    <c:v>1991-04</c:v>
                  </c:pt>
                  <c:pt idx="2">
                    <c:v>1991-05</c:v>
                  </c:pt>
                  <c:pt idx="3">
                    <c:v>1991-06</c:v>
                  </c:pt>
                  <c:pt idx="4">
                    <c:v>1991-07</c:v>
                  </c:pt>
                  <c:pt idx="5">
                    <c:v>1991-08</c:v>
                  </c:pt>
                  <c:pt idx="6">
                    <c:v>1991-09</c:v>
                  </c:pt>
                  <c:pt idx="7">
                    <c:v>1991-10</c:v>
                  </c:pt>
                  <c:pt idx="8">
                    <c:v>1991-11</c:v>
                  </c:pt>
                  <c:pt idx="9">
                    <c:v>1991-12</c:v>
                  </c:pt>
                  <c:pt idx="10">
                    <c:v>1992-01</c:v>
                  </c:pt>
                  <c:pt idx="11">
                    <c:v>1992-02</c:v>
                  </c:pt>
                  <c:pt idx="12">
                    <c:v>1992-03</c:v>
                  </c:pt>
                  <c:pt idx="13">
                    <c:v>1992-04</c:v>
                  </c:pt>
                  <c:pt idx="14">
                    <c:v>1992-05</c:v>
                  </c:pt>
                  <c:pt idx="15">
                    <c:v>1992-06</c:v>
                  </c:pt>
                  <c:pt idx="16">
                    <c:v>1992-07</c:v>
                  </c:pt>
                  <c:pt idx="17">
                    <c:v>1992-08</c:v>
                  </c:pt>
                  <c:pt idx="18">
                    <c:v>1992-09</c:v>
                  </c:pt>
                  <c:pt idx="19">
                    <c:v>1992-10</c:v>
                  </c:pt>
                  <c:pt idx="20">
                    <c:v>1992-11</c:v>
                  </c:pt>
                  <c:pt idx="21">
                    <c:v>1992-12</c:v>
                  </c:pt>
                  <c:pt idx="22">
                    <c:v>1993-01</c:v>
                  </c:pt>
                  <c:pt idx="23">
                    <c:v>1993-02</c:v>
                  </c:pt>
                  <c:pt idx="24">
                    <c:v>1993-03</c:v>
                  </c:pt>
                  <c:pt idx="25">
                    <c:v>1993-04</c:v>
                  </c:pt>
                  <c:pt idx="26">
                    <c:v>1993-05</c:v>
                  </c:pt>
                  <c:pt idx="27">
                    <c:v>1993-06</c:v>
                  </c:pt>
                  <c:pt idx="28">
                    <c:v>1993-07</c:v>
                  </c:pt>
                  <c:pt idx="29">
                    <c:v>1993-08</c:v>
                  </c:pt>
                  <c:pt idx="30">
                    <c:v>1993-09</c:v>
                  </c:pt>
                  <c:pt idx="31">
                    <c:v>1993-10</c:v>
                  </c:pt>
                  <c:pt idx="32">
                    <c:v>1993-11</c:v>
                  </c:pt>
                  <c:pt idx="33">
                    <c:v>1993-12</c:v>
                  </c:pt>
                  <c:pt idx="34">
                    <c:v>1994-01</c:v>
                  </c:pt>
                  <c:pt idx="35">
                    <c:v>1994-02</c:v>
                  </c:pt>
                  <c:pt idx="36">
                    <c:v>1994-03</c:v>
                  </c:pt>
                  <c:pt idx="37">
                    <c:v>1994-04</c:v>
                  </c:pt>
                  <c:pt idx="38">
                    <c:v>1994-05</c:v>
                  </c:pt>
                  <c:pt idx="39">
                    <c:v>1994-06</c:v>
                  </c:pt>
                  <c:pt idx="40">
                    <c:v>1994-07</c:v>
                  </c:pt>
                  <c:pt idx="41">
                    <c:v>1994-08</c:v>
                  </c:pt>
                  <c:pt idx="42">
                    <c:v>1994-09</c:v>
                  </c:pt>
                  <c:pt idx="43">
                    <c:v>1994-10</c:v>
                  </c:pt>
                  <c:pt idx="44">
                    <c:v>1994-11</c:v>
                  </c:pt>
                  <c:pt idx="45">
                    <c:v>1994-12</c:v>
                  </c:pt>
                  <c:pt idx="46">
                    <c:v>1995-01</c:v>
                  </c:pt>
                  <c:pt idx="47">
                    <c:v>1995-02</c:v>
                  </c:pt>
                  <c:pt idx="48">
                    <c:v>1995-03</c:v>
                  </c:pt>
                  <c:pt idx="49">
                    <c:v>1995-04</c:v>
                  </c:pt>
                  <c:pt idx="50">
                    <c:v>1995-05</c:v>
                  </c:pt>
                  <c:pt idx="51">
                    <c:v>1995-06</c:v>
                  </c:pt>
                  <c:pt idx="52">
                    <c:v>1995-07</c:v>
                  </c:pt>
                  <c:pt idx="53">
                    <c:v>1995-08</c:v>
                  </c:pt>
                  <c:pt idx="54">
                    <c:v>1995-09</c:v>
                  </c:pt>
                  <c:pt idx="55">
                    <c:v>1995-10</c:v>
                  </c:pt>
                  <c:pt idx="56">
                    <c:v>1995-11</c:v>
                  </c:pt>
                  <c:pt idx="57">
                    <c:v>1995-12</c:v>
                  </c:pt>
                  <c:pt idx="58">
                    <c:v>1996-01</c:v>
                  </c:pt>
                  <c:pt idx="59">
                    <c:v>1996-02</c:v>
                  </c:pt>
                  <c:pt idx="60">
                    <c:v>1996-03</c:v>
                  </c:pt>
                  <c:pt idx="61">
                    <c:v>1996-04</c:v>
                  </c:pt>
                  <c:pt idx="62">
                    <c:v>1996-05</c:v>
                  </c:pt>
                  <c:pt idx="63">
                    <c:v>1996-06</c:v>
                  </c:pt>
                  <c:pt idx="64">
                    <c:v>1996-07</c:v>
                  </c:pt>
                  <c:pt idx="65">
                    <c:v>1996-08</c:v>
                  </c:pt>
                  <c:pt idx="66">
                    <c:v>1996-09</c:v>
                  </c:pt>
                  <c:pt idx="67">
                    <c:v>1996-10</c:v>
                  </c:pt>
                  <c:pt idx="68">
                    <c:v>1996-11</c:v>
                  </c:pt>
                  <c:pt idx="69">
                    <c:v>1996-12</c:v>
                  </c:pt>
                  <c:pt idx="70">
                    <c:v>1997-01</c:v>
                  </c:pt>
                  <c:pt idx="71">
                    <c:v>1997-02</c:v>
                  </c:pt>
                  <c:pt idx="72">
                    <c:v>1997-03</c:v>
                  </c:pt>
                  <c:pt idx="73">
                    <c:v>1997-04</c:v>
                  </c:pt>
                  <c:pt idx="74">
                    <c:v>1997-05</c:v>
                  </c:pt>
                  <c:pt idx="75">
                    <c:v>1997-06</c:v>
                  </c:pt>
                  <c:pt idx="76">
                    <c:v>1997-07</c:v>
                  </c:pt>
                  <c:pt idx="77">
                    <c:v>1997-08</c:v>
                  </c:pt>
                  <c:pt idx="78">
                    <c:v>1997-09</c:v>
                  </c:pt>
                  <c:pt idx="79">
                    <c:v>1997-10</c:v>
                  </c:pt>
                  <c:pt idx="80">
                    <c:v>1997-11</c:v>
                  </c:pt>
                  <c:pt idx="81">
                    <c:v>1997-12</c:v>
                  </c:pt>
                  <c:pt idx="82">
                    <c:v>1998-01</c:v>
                  </c:pt>
                  <c:pt idx="83">
                    <c:v>1998-02</c:v>
                  </c:pt>
                  <c:pt idx="84">
                    <c:v>1998-03</c:v>
                  </c:pt>
                  <c:pt idx="85">
                    <c:v>1998-04</c:v>
                  </c:pt>
                  <c:pt idx="86">
                    <c:v>1998-05</c:v>
                  </c:pt>
                  <c:pt idx="87">
                    <c:v>1998-06</c:v>
                  </c:pt>
                  <c:pt idx="88">
                    <c:v>1998-07</c:v>
                  </c:pt>
                  <c:pt idx="89">
                    <c:v>1998-08</c:v>
                  </c:pt>
                  <c:pt idx="90">
                    <c:v>1998-09</c:v>
                  </c:pt>
                  <c:pt idx="91">
                    <c:v>1998-10</c:v>
                  </c:pt>
                  <c:pt idx="92">
                    <c:v>1998-11</c:v>
                  </c:pt>
                  <c:pt idx="93">
                    <c:v>1998-12</c:v>
                  </c:pt>
                  <c:pt idx="94">
                    <c:v>1999-01</c:v>
                  </c:pt>
                  <c:pt idx="95">
                    <c:v>1999-02</c:v>
                  </c:pt>
                  <c:pt idx="96">
                    <c:v>1999-03</c:v>
                  </c:pt>
                  <c:pt idx="97">
                    <c:v>1999-04</c:v>
                  </c:pt>
                  <c:pt idx="98">
                    <c:v>1999-05</c:v>
                  </c:pt>
                  <c:pt idx="99">
                    <c:v>1999-06</c:v>
                  </c:pt>
                  <c:pt idx="100">
                    <c:v>1999-07</c:v>
                  </c:pt>
                  <c:pt idx="101">
                    <c:v>1999-08</c:v>
                  </c:pt>
                  <c:pt idx="102">
                    <c:v>1999-09</c:v>
                  </c:pt>
                  <c:pt idx="103">
                    <c:v>1999-10</c:v>
                  </c:pt>
                  <c:pt idx="104">
                    <c:v>1999-11</c:v>
                  </c:pt>
                  <c:pt idx="105">
                    <c:v>1999-12</c:v>
                  </c:pt>
                  <c:pt idx="106">
                    <c:v>2000-01</c:v>
                  </c:pt>
                  <c:pt idx="107">
                    <c:v>2000-02</c:v>
                  </c:pt>
                  <c:pt idx="108">
                    <c:v>2000-03</c:v>
                  </c:pt>
                  <c:pt idx="109">
                    <c:v>2000-04</c:v>
                  </c:pt>
                  <c:pt idx="110">
                    <c:v>2000-05</c:v>
                  </c:pt>
                  <c:pt idx="111">
                    <c:v>2000-06</c:v>
                  </c:pt>
                  <c:pt idx="112">
                    <c:v>2000-07</c:v>
                  </c:pt>
                  <c:pt idx="113">
                    <c:v>2000-08</c:v>
                  </c:pt>
                  <c:pt idx="114">
                    <c:v>2000-09</c:v>
                  </c:pt>
                  <c:pt idx="115">
                    <c:v>2000-10</c:v>
                  </c:pt>
                  <c:pt idx="116">
                    <c:v>2000-11</c:v>
                  </c:pt>
                  <c:pt idx="117">
                    <c:v>2000-12</c:v>
                  </c:pt>
                  <c:pt idx="118">
                    <c:v>2001-01</c:v>
                  </c:pt>
                  <c:pt idx="119">
                    <c:v>2001-02</c:v>
                  </c:pt>
                  <c:pt idx="120">
                    <c:v>2001-03</c:v>
                  </c:pt>
                  <c:pt idx="121">
                    <c:v>2001-04</c:v>
                  </c:pt>
                  <c:pt idx="122">
                    <c:v>2001-05</c:v>
                  </c:pt>
                  <c:pt idx="123">
                    <c:v>2001-06</c:v>
                  </c:pt>
                  <c:pt idx="124">
                    <c:v>2001-07</c:v>
                  </c:pt>
                  <c:pt idx="125">
                    <c:v>2001-08</c:v>
                  </c:pt>
                  <c:pt idx="126">
                    <c:v>2001-09</c:v>
                  </c:pt>
                  <c:pt idx="127">
                    <c:v>2001-10</c:v>
                  </c:pt>
                  <c:pt idx="128">
                    <c:v>2001-11</c:v>
                  </c:pt>
                  <c:pt idx="129">
                    <c:v>2001-12</c:v>
                  </c:pt>
                  <c:pt idx="130">
                    <c:v>2002-01</c:v>
                  </c:pt>
                  <c:pt idx="131">
                    <c:v>2002-02</c:v>
                  </c:pt>
                  <c:pt idx="132">
                    <c:v>2002-03</c:v>
                  </c:pt>
                  <c:pt idx="133">
                    <c:v>2002-04</c:v>
                  </c:pt>
                  <c:pt idx="134">
                    <c:v>2002-05</c:v>
                  </c:pt>
                  <c:pt idx="135">
                    <c:v>2002-06</c:v>
                  </c:pt>
                  <c:pt idx="136">
                    <c:v>2002-07</c:v>
                  </c:pt>
                  <c:pt idx="137">
                    <c:v>2002-08</c:v>
                  </c:pt>
                  <c:pt idx="138">
                    <c:v>2002-09</c:v>
                  </c:pt>
                  <c:pt idx="139">
                    <c:v>2002-10</c:v>
                  </c:pt>
                  <c:pt idx="140">
                    <c:v>2002-11</c:v>
                  </c:pt>
                  <c:pt idx="141">
                    <c:v>2002-12</c:v>
                  </c:pt>
                  <c:pt idx="142">
                    <c:v>2003-01</c:v>
                  </c:pt>
                  <c:pt idx="143">
                    <c:v>2003-02</c:v>
                  </c:pt>
                  <c:pt idx="144">
                    <c:v>2003-03</c:v>
                  </c:pt>
                  <c:pt idx="145">
                    <c:v>2003-04</c:v>
                  </c:pt>
                  <c:pt idx="146">
                    <c:v>2003-05</c:v>
                  </c:pt>
                  <c:pt idx="147">
                    <c:v>2003-06</c:v>
                  </c:pt>
                  <c:pt idx="148">
                    <c:v>2003-07</c:v>
                  </c:pt>
                  <c:pt idx="149">
                    <c:v>2003-08</c:v>
                  </c:pt>
                  <c:pt idx="150">
                    <c:v>2003-09</c:v>
                  </c:pt>
                  <c:pt idx="151">
                    <c:v>2003-10</c:v>
                  </c:pt>
                  <c:pt idx="152">
                    <c:v>2003-11</c:v>
                  </c:pt>
                  <c:pt idx="153">
                    <c:v>2003-12</c:v>
                  </c:pt>
                  <c:pt idx="154">
                    <c:v>2004-01</c:v>
                  </c:pt>
                  <c:pt idx="155">
                    <c:v>2004-02</c:v>
                  </c:pt>
                  <c:pt idx="156">
                    <c:v>2004-03</c:v>
                  </c:pt>
                  <c:pt idx="157">
                    <c:v>2004-04</c:v>
                  </c:pt>
                  <c:pt idx="158">
                    <c:v>2004-05</c:v>
                  </c:pt>
                  <c:pt idx="159">
                    <c:v>2004-06</c:v>
                  </c:pt>
                  <c:pt idx="160">
                    <c:v>2004-07</c:v>
                  </c:pt>
                  <c:pt idx="161">
                    <c:v>2004-08</c:v>
                  </c:pt>
                  <c:pt idx="162">
                    <c:v>2004-09</c:v>
                  </c:pt>
                  <c:pt idx="163">
                    <c:v>2004-10</c:v>
                  </c:pt>
                  <c:pt idx="164">
                    <c:v>2004-11</c:v>
                  </c:pt>
                  <c:pt idx="165">
                    <c:v>2004-12</c:v>
                  </c:pt>
                  <c:pt idx="166">
                    <c:v>2005-01</c:v>
                  </c:pt>
                  <c:pt idx="167">
                    <c:v>2005-02</c:v>
                  </c:pt>
                  <c:pt idx="168">
                    <c:v>2005-03</c:v>
                  </c:pt>
                  <c:pt idx="169">
                    <c:v>2005-04</c:v>
                  </c:pt>
                  <c:pt idx="170">
                    <c:v>2005-05</c:v>
                  </c:pt>
                  <c:pt idx="171">
                    <c:v>2005-06</c:v>
                  </c:pt>
                  <c:pt idx="172">
                    <c:v>2005-07</c:v>
                  </c:pt>
                  <c:pt idx="173">
                    <c:v>2005-08</c:v>
                  </c:pt>
                  <c:pt idx="174">
                    <c:v>2005-09</c:v>
                  </c:pt>
                  <c:pt idx="175">
                    <c:v>2005-10</c:v>
                  </c:pt>
                  <c:pt idx="176">
                    <c:v>2005-11</c:v>
                  </c:pt>
                  <c:pt idx="177">
                    <c:v>2005-12</c:v>
                  </c:pt>
                  <c:pt idx="178">
                    <c:v>2006-01</c:v>
                  </c:pt>
                  <c:pt idx="179">
                    <c:v>2006-02</c:v>
                  </c:pt>
                  <c:pt idx="180">
                    <c:v>2006-03</c:v>
                  </c:pt>
                  <c:pt idx="181">
                    <c:v>2006-04</c:v>
                  </c:pt>
                  <c:pt idx="182">
                    <c:v>2006-05</c:v>
                  </c:pt>
                  <c:pt idx="183">
                    <c:v>2006-06</c:v>
                  </c:pt>
                  <c:pt idx="184">
                    <c:v>2006-07</c:v>
                  </c:pt>
                  <c:pt idx="185">
                    <c:v>2006-08</c:v>
                  </c:pt>
                  <c:pt idx="186">
                    <c:v>2006-09</c:v>
                  </c:pt>
                  <c:pt idx="187">
                    <c:v>2006-10</c:v>
                  </c:pt>
                  <c:pt idx="188">
                    <c:v>2006-11</c:v>
                  </c:pt>
                  <c:pt idx="189">
                    <c:v>2006-12</c:v>
                  </c:pt>
                  <c:pt idx="190">
                    <c:v>2007-01</c:v>
                  </c:pt>
                  <c:pt idx="191">
                    <c:v>2007-02</c:v>
                  </c:pt>
                  <c:pt idx="192">
                    <c:v>2007-03</c:v>
                  </c:pt>
                  <c:pt idx="193">
                    <c:v>2007-04</c:v>
                  </c:pt>
                  <c:pt idx="194">
                    <c:v>2007-05</c:v>
                  </c:pt>
                  <c:pt idx="195">
                    <c:v>2007-06</c:v>
                  </c:pt>
                  <c:pt idx="196">
                    <c:v>2007-07</c:v>
                  </c:pt>
                  <c:pt idx="197">
                    <c:v>2007-08</c:v>
                  </c:pt>
                  <c:pt idx="198">
                    <c:v>2007-09</c:v>
                  </c:pt>
                  <c:pt idx="199">
                    <c:v>2007-10</c:v>
                  </c:pt>
                  <c:pt idx="200">
                    <c:v>2007-11</c:v>
                  </c:pt>
                  <c:pt idx="201">
                    <c:v>2007-12</c:v>
                  </c:pt>
                  <c:pt idx="202">
                    <c:v>2008-01</c:v>
                  </c:pt>
                  <c:pt idx="203">
                    <c:v>2008-02</c:v>
                  </c:pt>
                  <c:pt idx="204">
                    <c:v>2008-03</c:v>
                  </c:pt>
                  <c:pt idx="205">
                    <c:v>2008-04</c:v>
                  </c:pt>
                  <c:pt idx="206">
                    <c:v>2008-05</c:v>
                  </c:pt>
                  <c:pt idx="207">
                    <c:v>2008-06</c:v>
                  </c:pt>
                  <c:pt idx="208">
                    <c:v>2008-07</c:v>
                  </c:pt>
                  <c:pt idx="209">
                    <c:v>2008-08</c:v>
                  </c:pt>
                  <c:pt idx="210">
                    <c:v>2008-09</c:v>
                  </c:pt>
                  <c:pt idx="211">
                    <c:v>2008-10</c:v>
                  </c:pt>
                  <c:pt idx="212">
                    <c:v>2008-11</c:v>
                  </c:pt>
                  <c:pt idx="213">
                    <c:v>2008-12</c:v>
                  </c:pt>
                  <c:pt idx="214">
                    <c:v>2009-01</c:v>
                  </c:pt>
                  <c:pt idx="215">
                    <c:v>2009-02</c:v>
                  </c:pt>
                  <c:pt idx="216">
                    <c:v>2009-03</c:v>
                  </c:pt>
                  <c:pt idx="217">
                    <c:v>2009-04</c:v>
                  </c:pt>
                  <c:pt idx="218">
                    <c:v>2009-05</c:v>
                  </c:pt>
                  <c:pt idx="219">
                    <c:v>2009-06</c:v>
                  </c:pt>
                  <c:pt idx="220">
                    <c:v>2009-07</c:v>
                  </c:pt>
                  <c:pt idx="221">
                    <c:v>2009-08</c:v>
                  </c:pt>
                  <c:pt idx="222">
                    <c:v>2009-09</c:v>
                  </c:pt>
                  <c:pt idx="223">
                    <c:v>2009-10</c:v>
                  </c:pt>
                  <c:pt idx="224">
                    <c:v>2009-11</c:v>
                  </c:pt>
                  <c:pt idx="225">
                    <c:v>2009-12</c:v>
                  </c:pt>
                  <c:pt idx="226">
                    <c:v>2010-01</c:v>
                  </c:pt>
                  <c:pt idx="227">
                    <c:v>2010-02</c:v>
                  </c:pt>
                  <c:pt idx="228">
                    <c:v>2010-03</c:v>
                  </c:pt>
                  <c:pt idx="229">
                    <c:v>2010-04</c:v>
                  </c:pt>
                  <c:pt idx="230">
                    <c:v>2010-05</c:v>
                  </c:pt>
                  <c:pt idx="231">
                    <c:v>2010-06</c:v>
                  </c:pt>
                  <c:pt idx="232">
                    <c:v>2010-07</c:v>
                  </c:pt>
                  <c:pt idx="233">
                    <c:v>2010-08</c:v>
                  </c:pt>
                  <c:pt idx="234">
                    <c:v>2010-09</c:v>
                  </c:pt>
                  <c:pt idx="235">
                    <c:v>2010-10</c:v>
                  </c:pt>
                  <c:pt idx="236">
                    <c:v>2010-11</c:v>
                  </c:pt>
                  <c:pt idx="237">
                    <c:v>2010-12</c:v>
                  </c:pt>
                  <c:pt idx="238">
                    <c:v>2011-01</c:v>
                  </c:pt>
                  <c:pt idx="239">
                    <c:v>2011-02</c:v>
                  </c:pt>
                  <c:pt idx="240">
                    <c:v>2011-03</c:v>
                  </c:pt>
                  <c:pt idx="241">
                    <c:v>2011-04</c:v>
                  </c:pt>
                  <c:pt idx="242">
                    <c:v>2011-05</c:v>
                  </c:pt>
                  <c:pt idx="243">
                    <c:v>2011-06</c:v>
                  </c:pt>
                  <c:pt idx="244">
                    <c:v>2011-07</c:v>
                  </c:pt>
                  <c:pt idx="245">
                    <c:v>2011-08</c:v>
                  </c:pt>
                  <c:pt idx="246">
                    <c:v>2011-09</c:v>
                  </c:pt>
                  <c:pt idx="247">
                    <c:v>2011-10</c:v>
                  </c:pt>
                  <c:pt idx="248">
                    <c:v>2011-11</c:v>
                  </c:pt>
                  <c:pt idx="249">
                    <c:v>2011-12</c:v>
                  </c:pt>
                  <c:pt idx="250">
                    <c:v>2012-01</c:v>
                  </c:pt>
                  <c:pt idx="251">
                    <c:v>2012-02</c:v>
                  </c:pt>
                  <c:pt idx="252">
                    <c:v>2012-03</c:v>
                  </c:pt>
                  <c:pt idx="253">
                    <c:v>2012-04</c:v>
                  </c:pt>
                  <c:pt idx="254">
                    <c:v>2012-05</c:v>
                  </c:pt>
                  <c:pt idx="255">
                    <c:v>2012-06</c:v>
                  </c:pt>
                  <c:pt idx="256">
                    <c:v>2012-07</c:v>
                  </c:pt>
                  <c:pt idx="257">
                    <c:v>2012-08</c:v>
                  </c:pt>
                  <c:pt idx="258">
                    <c:v>2012-09</c:v>
                  </c:pt>
                  <c:pt idx="259">
                    <c:v>2012-10</c:v>
                  </c:pt>
                  <c:pt idx="260">
                    <c:v>2012-11</c:v>
                  </c:pt>
                  <c:pt idx="261">
                    <c:v>2012-12</c:v>
                  </c:pt>
                  <c:pt idx="262">
                    <c:v>2013-01</c:v>
                  </c:pt>
                  <c:pt idx="263">
                    <c:v>2013-02</c:v>
                  </c:pt>
                  <c:pt idx="264">
                    <c:v>2013-03</c:v>
                  </c:pt>
                  <c:pt idx="265">
                    <c:v>2013-04</c:v>
                  </c:pt>
                  <c:pt idx="266">
                    <c:v>2013-05</c:v>
                  </c:pt>
                  <c:pt idx="267">
                    <c:v>2013-06</c:v>
                  </c:pt>
                  <c:pt idx="268">
                    <c:v>2013-07</c:v>
                  </c:pt>
                  <c:pt idx="269">
                    <c:v>2013-08</c:v>
                  </c:pt>
                  <c:pt idx="270">
                    <c:v>2013-09</c:v>
                  </c:pt>
                  <c:pt idx="271">
                    <c:v>2013-10</c:v>
                  </c:pt>
                  <c:pt idx="272">
                    <c:v>2013-11</c:v>
                  </c:pt>
                  <c:pt idx="273">
                    <c:v>2013-12</c:v>
                  </c:pt>
                  <c:pt idx="274">
                    <c:v>2014-01</c:v>
                  </c:pt>
                  <c:pt idx="275">
                    <c:v>2014-02</c:v>
                  </c:pt>
                  <c:pt idx="276">
                    <c:v>2014-03</c:v>
                  </c:pt>
                  <c:pt idx="277">
                    <c:v>2014-04</c:v>
                  </c:pt>
                  <c:pt idx="278">
                    <c:v>2014-05</c:v>
                  </c:pt>
                  <c:pt idx="279">
                    <c:v>2014-06</c:v>
                  </c:pt>
                  <c:pt idx="280">
                    <c:v>2014-07</c:v>
                  </c:pt>
                  <c:pt idx="281">
                    <c:v>2014-08</c:v>
                  </c:pt>
                  <c:pt idx="282">
                    <c:v>2014-09</c:v>
                  </c:pt>
                  <c:pt idx="283">
                    <c:v>2014-10</c:v>
                  </c:pt>
                  <c:pt idx="284">
                    <c:v>2014-11</c:v>
                  </c:pt>
                  <c:pt idx="285">
                    <c:v>2014-12</c:v>
                  </c:pt>
                  <c:pt idx="286">
                    <c:v>2015-01</c:v>
                  </c:pt>
                  <c:pt idx="287">
                    <c:v>2015-02</c:v>
                  </c:pt>
                  <c:pt idx="288">
                    <c:v>2015-03</c:v>
                  </c:pt>
                  <c:pt idx="289">
                    <c:v>2015-04</c:v>
                  </c:pt>
                  <c:pt idx="290">
                    <c:v>2015-05</c:v>
                  </c:pt>
                  <c:pt idx="291">
                    <c:v>2015-06</c:v>
                  </c:pt>
                  <c:pt idx="292">
                    <c:v>2015-07</c:v>
                  </c:pt>
                  <c:pt idx="293">
                    <c:v>2015-08</c:v>
                  </c:pt>
                  <c:pt idx="294">
                    <c:v>2015-09</c:v>
                  </c:pt>
                  <c:pt idx="295">
                    <c:v>2015-10</c:v>
                  </c:pt>
                  <c:pt idx="296">
                    <c:v>2015-11</c:v>
                  </c:pt>
                  <c:pt idx="297">
                    <c:v>2015-12</c:v>
                  </c:pt>
                  <c:pt idx="298">
                    <c:v>2016-01</c:v>
                  </c:pt>
                  <c:pt idx="299">
                    <c:v>2016-02</c:v>
                  </c:pt>
                  <c:pt idx="300">
                    <c:v>2016-03</c:v>
                  </c:pt>
                  <c:pt idx="301">
                    <c:v>2016-04</c:v>
                  </c:pt>
                  <c:pt idx="302">
                    <c:v>2016-05</c:v>
                  </c:pt>
                  <c:pt idx="303">
                    <c:v>2016-06</c:v>
                  </c:pt>
                  <c:pt idx="304">
                    <c:v>2016-07</c:v>
                  </c:pt>
                  <c:pt idx="305">
                    <c:v>2016-08</c:v>
                  </c:pt>
                  <c:pt idx="306">
                    <c:v>2016-09</c:v>
                  </c:pt>
                  <c:pt idx="307">
                    <c:v>2016-10</c:v>
                  </c:pt>
                  <c:pt idx="308">
                    <c:v>2016-11</c:v>
                  </c:pt>
                  <c:pt idx="309">
                    <c:v>2016-12</c:v>
                  </c:pt>
                  <c:pt idx="310">
                    <c:v>2017-01</c:v>
                  </c:pt>
                  <c:pt idx="311">
                    <c:v>2017-02</c:v>
                  </c:pt>
                  <c:pt idx="312">
                    <c:v>2017-03</c:v>
                  </c:pt>
                  <c:pt idx="313">
                    <c:v>2017-04</c:v>
                  </c:pt>
                  <c:pt idx="314">
                    <c:v>2017-05</c:v>
                  </c:pt>
                  <c:pt idx="315">
                    <c:v>2017-06</c:v>
                  </c:pt>
                  <c:pt idx="316">
                    <c:v>2017-07</c:v>
                  </c:pt>
                  <c:pt idx="317">
                    <c:v>2017-08</c:v>
                  </c:pt>
                  <c:pt idx="318">
                    <c:v>2017-09</c:v>
                  </c:pt>
                  <c:pt idx="319">
                    <c:v>2017-10</c:v>
                  </c:pt>
                  <c:pt idx="320">
                    <c:v>2017-11</c:v>
                  </c:pt>
                  <c:pt idx="321">
                    <c:v>2017-12</c:v>
                  </c:pt>
                  <c:pt idx="322">
                    <c:v>2018-01</c:v>
                  </c:pt>
                  <c:pt idx="323">
                    <c:v>2018-02</c:v>
                  </c:pt>
                  <c:pt idx="324">
                    <c:v>2018-03</c:v>
                  </c:pt>
                  <c:pt idx="325">
                    <c:v>2018-04</c:v>
                  </c:pt>
                  <c:pt idx="326">
                    <c:v>2018-05</c:v>
                  </c:pt>
                  <c:pt idx="327">
                    <c:v>2018-06</c:v>
                  </c:pt>
                  <c:pt idx="328">
                    <c:v>2018-07</c:v>
                  </c:pt>
                  <c:pt idx="329">
                    <c:v>2018-08</c:v>
                  </c:pt>
                  <c:pt idx="330">
                    <c:v>2018-09</c:v>
                  </c:pt>
                  <c:pt idx="331">
                    <c:v>2018-10</c:v>
                  </c:pt>
                  <c:pt idx="332">
                    <c:v>2018-11</c:v>
                  </c:pt>
                  <c:pt idx="333">
                    <c:v>2018-12</c:v>
                  </c:pt>
                  <c:pt idx="334">
                    <c:v>2019-01</c:v>
                  </c:pt>
                  <c:pt idx="335">
                    <c:v>2019-02</c:v>
                  </c:pt>
                  <c:pt idx="336">
                    <c:v>2019-03</c:v>
                  </c:pt>
                  <c:pt idx="337">
                    <c:v>2019-04</c:v>
                  </c:pt>
                  <c:pt idx="338">
                    <c:v>2019-05</c:v>
                  </c:pt>
                  <c:pt idx="339">
                    <c:v>2019-06</c:v>
                  </c:pt>
                  <c:pt idx="340">
                    <c:v>2019-07</c:v>
                  </c:pt>
                  <c:pt idx="341">
                    <c:v>2019-08</c:v>
                  </c:pt>
                  <c:pt idx="342">
                    <c:v>2019-09</c:v>
                  </c:pt>
                  <c:pt idx="343">
                    <c:v>2019-10</c:v>
                  </c:pt>
                  <c:pt idx="344">
                    <c:v>2019-11</c:v>
                  </c:pt>
                  <c:pt idx="345">
                    <c:v>2019-12</c:v>
                  </c:pt>
                  <c:pt idx="346">
                    <c:v>2020-01</c:v>
                  </c:pt>
                  <c:pt idx="347">
                    <c:v>2020-02</c:v>
                  </c:pt>
                  <c:pt idx="348">
                    <c:v>2020-03</c:v>
                  </c:pt>
                  <c:pt idx="349">
                    <c:v>2020-04</c:v>
                  </c:pt>
                  <c:pt idx="350">
                    <c:v>2020-05</c:v>
                  </c:pt>
                  <c:pt idx="351">
                    <c:v>2020-06</c:v>
                  </c:pt>
                  <c:pt idx="352">
                    <c:v>2020-07</c:v>
                  </c:pt>
                  <c:pt idx="353">
                    <c:v>2020-08</c:v>
                  </c:pt>
                  <c:pt idx="354">
                    <c:v>2020-09</c:v>
                  </c:pt>
                  <c:pt idx="355">
                    <c:v>2020-10</c:v>
                  </c:pt>
                  <c:pt idx="356">
                    <c:v>2020-11</c:v>
                  </c:pt>
                  <c:pt idx="357">
                    <c:v>2020-12</c:v>
                  </c:pt>
                  <c:pt idx="358">
                    <c:v>2021-01</c:v>
                  </c:pt>
                  <c:pt idx="359">
                    <c:v>2021-02</c:v>
                  </c:pt>
                  <c:pt idx="360">
                    <c:v>2021-03</c:v>
                  </c:pt>
                  <c:pt idx="361">
                    <c:v>2021-04</c:v>
                  </c:pt>
                  <c:pt idx="362">
                    <c:v>2021-05</c:v>
                  </c:pt>
                  <c:pt idx="363">
                    <c:v>2021-06</c:v>
                  </c:pt>
                  <c:pt idx="364">
                    <c:v>2021-07</c:v>
                  </c:pt>
                  <c:pt idx="365">
                    <c:v>2021-08</c:v>
                  </c:pt>
                  <c:pt idx="366">
                    <c:v>2021-09</c:v>
                  </c:pt>
                  <c:pt idx="367">
                    <c:v>2021-10</c:v>
                  </c:pt>
                  <c:pt idx="368">
                    <c:v>2021-11</c:v>
                  </c:pt>
                  <c:pt idx="369">
                    <c:v>2021-12</c:v>
                  </c:pt>
                  <c:pt idx="370">
                    <c:v>2022-01</c:v>
                  </c:pt>
                  <c:pt idx="371">
                    <c:v>2022-02</c:v>
                  </c:pt>
                  <c:pt idx="372">
                    <c:v>2022-03</c:v>
                  </c:pt>
                  <c:pt idx="373">
                    <c:v>2022-04</c:v>
                  </c:pt>
                  <c:pt idx="374">
                    <c:v>2022-05</c:v>
                  </c:pt>
                  <c:pt idx="375">
                    <c:v>2022-06</c:v>
                  </c:pt>
                  <c:pt idx="376">
                    <c:v>2022-07</c:v>
                  </c:pt>
                  <c:pt idx="377">
                    <c:v>2022-08</c:v>
                  </c:pt>
                  <c:pt idx="378">
                    <c:v>2022-09</c:v>
                  </c:pt>
                  <c:pt idx="379">
                    <c:v>2022-10</c:v>
                  </c:pt>
                  <c:pt idx="380">
                    <c:v>2022-11</c:v>
                  </c:pt>
                  <c:pt idx="381">
                    <c:v>2022-12</c:v>
                  </c:pt>
                </c:lvl>
              </c:multiLvlStrCache>
            </c:multiLvlStrRef>
          </c:cat>
          <c:val>
            <c:numRef>
              <c:f>Sheet1!$D$2:$D$383</c:f>
              <c:numCache>
                <c:formatCode>General</c:formatCode>
                <c:ptCount val="382"/>
                <c:pt idx="0">
                  <c:v>99.6</c:v>
                </c:pt>
                <c:pt idx="1">
                  <c:v>99.63</c:v>
                </c:pt>
                <c:pt idx="2">
                  <c:v>103.48</c:v>
                </c:pt>
                <c:pt idx="3">
                  <c:v>98.52</c:v>
                </c:pt>
                <c:pt idx="4">
                  <c:v>102.94</c:v>
                </c:pt>
                <c:pt idx="5">
                  <c:v>104.97</c:v>
                </c:pt>
                <c:pt idx="6">
                  <c:v>102.96</c:v>
                </c:pt>
                <c:pt idx="7">
                  <c:v>104.18</c:v>
                </c:pt>
                <c:pt idx="8">
                  <c:v>99.6</c:v>
                </c:pt>
                <c:pt idx="9">
                  <c:v>110.2</c:v>
                </c:pt>
                <c:pt idx="10">
                  <c:v>108.51</c:v>
                </c:pt>
                <c:pt idx="11">
                  <c:v>109.55</c:v>
                </c:pt>
                <c:pt idx="12">
                  <c:v>107.16</c:v>
                </c:pt>
                <c:pt idx="13">
                  <c:v>110.15</c:v>
                </c:pt>
                <c:pt idx="14">
                  <c:v>110.25</c:v>
                </c:pt>
                <c:pt idx="15">
                  <c:v>108.34</c:v>
                </c:pt>
                <c:pt idx="16">
                  <c:v>112.61</c:v>
                </c:pt>
                <c:pt idx="17">
                  <c:v>110.12</c:v>
                </c:pt>
                <c:pt idx="18">
                  <c:v>110.9</c:v>
                </c:pt>
                <c:pt idx="19">
                  <c:v>111.14</c:v>
                </c:pt>
                <c:pt idx="20">
                  <c:v>114.5</c:v>
                </c:pt>
                <c:pt idx="21">
                  <c:v>116.48</c:v>
                </c:pt>
                <c:pt idx="22">
                  <c:v>116.47</c:v>
                </c:pt>
                <c:pt idx="23">
                  <c:v>117.69</c:v>
                </c:pt>
                <c:pt idx="24">
                  <c:v>119.9</c:v>
                </c:pt>
                <c:pt idx="25">
                  <c:v>116.85</c:v>
                </c:pt>
                <c:pt idx="26">
                  <c:v>119.5</c:v>
                </c:pt>
                <c:pt idx="27">
                  <c:v>119.59</c:v>
                </c:pt>
                <c:pt idx="28">
                  <c:v>118.96</c:v>
                </c:pt>
                <c:pt idx="29">
                  <c:v>123.05</c:v>
                </c:pt>
                <c:pt idx="30">
                  <c:v>121.82</c:v>
                </c:pt>
                <c:pt idx="31">
                  <c:v>124.19</c:v>
                </c:pt>
                <c:pt idx="32">
                  <c:v>122.58</c:v>
                </c:pt>
                <c:pt idx="33">
                  <c:v>123.82</c:v>
                </c:pt>
                <c:pt idx="34">
                  <c:v>127.84</c:v>
                </c:pt>
                <c:pt idx="35">
                  <c:v>124</c:v>
                </c:pt>
                <c:pt idx="36">
                  <c:v>118.33</c:v>
                </c:pt>
                <c:pt idx="37">
                  <c:v>119.69</c:v>
                </c:pt>
                <c:pt idx="38">
                  <c:v>121.18</c:v>
                </c:pt>
                <c:pt idx="39">
                  <c:v>117.93</c:v>
                </c:pt>
                <c:pt idx="40">
                  <c:v>121.64</c:v>
                </c:pt>
                <c:pt idx="41">
                  <c:v>126.22</c:v>
                </c:pt>
                <c:pt idx="42">
                  <c:v>122.83</c:v>
                </c:pt>
                <c:pt idx="43">
                  <c:v>125.38</c:v>
                </c:pt>
                <c:pt idx="44">
                  <c:v>120.43</c:v>
                </c:pt>
                <c:pt idx="45">
                  <c:v>121.91</c:v>
                </c:pt>
                <c:pt idx="46">
                  <c:v>124.87</c:v>
                </c:pt>
                <c:pt idx="47">
                  <c:v>129.38</c:v>
                </c:pt>
                <c:pt idx="48">
                  <c:v>132.91</c:v>
                </c:pt>
                <c:pt idx="49">
                  <c:v>136.63</c:v>
                </c:pt>
                <c:pt idx="50">
                  <c:v>141.59</c:v>
                </c:pt>
                <c:pt idx="51">
                  <c:v>144.6</c:v>
                </c:pt>
                <c:pt idx="52">
                  <c:v>149.2</c:v>
                </c:pt>
                <c:pt idx="53">
                  <c:v>149.15</c:v>
                </c:pt>
                <c:pt idx="54">
                  <c:v>155.13</c:v>
                </c:pt>
                <c:pt idx="55">
                  <c:v>154.36</c:v>
                </c:pt>
                <c:pt idx="56">
                  <c:v>160.69</c:v>
                </c:pt>
                <c:pt idx="57">
                  <c:v>163.5</c:v>
                </c:pt>
                <c:pt idx="58">
                  <c:v>168.83</c:v>
                </c:pt>
                <c:pt idx="59">
                  <c:v>170</c:v>
                </c:pt>
                <c:pt idx="60">
                  <c:v>171.35</c:v>
                </c:pt>
                <c:pt idx="61">
                  <c:v>173.65</c:v>
                </c:pt>
                <c:pt idx="62">
                  <c:v>177.62</c:v>
                </c:pt>
                <c:pt idx="63">
                  <c:v>178.02</c:v>
                </c:pt>
                <c:pt idx="64">
                  <c:v>169.87</c:v>
                </c:pt>
                <c:pt idx="65">
                  <c:v>173.07</c:v>
                </c:pt>
                <c:pt idx="66">
                  <c:v>182.45</c:v>
                </c:pt>
                <c:pt idx="67">
                  <c:v>187.21</c:v>
                </c:pt>
                <c:pt idx="68">
                  <c:v>200.95</c:v>
                </c:pt>
                <c:pt idx="69">
                  <c:v>196.63</c:v>
                </c:pt>
                <c:pt idx="70">
                  <c:v>208.69</c:v>
                </c:pt>
                <c:pt idx="71">
                  <c:v>209.92</c:v>
                </c:pt>
                <c:pt idx="72">
                  <c:v>205.43</c:v>
                </c:pt>
                <c:pt idx="73">
                  <c:v>212.72</c:v>
                </c:pt>
                <c:pt idx="74">
                  <c:v>225.18</c:v>
                </c:pt>
                <c:pt idx="75">
                  <c:v>234.96</c:v>
                </c:pt>
                <c:pt idx="76">
                  <c:v>253.32</c:v>
                </c:pt>
                <c:pt idx="77">
                  <c:v>238.76</c:v>
                </c:pt>
                <c:pt idx="78">
                  <c:v>251.45</c:v>
                </c:pt>
                <c:pt idx="79">
                  <c:v>242.79</c:v>
                </c:pt>
                <c:pt idx="80">
                  <c:v>253.61</c:v>
                </c:pt>
                <c:pt idx="81">
                  <c:v>257.6</c:v>
                </c:pt>
                <c:pt idx="82">
                  <c:v>260.21</c:v>
                </c:pt>
                <c:pt idx="83">
                  <c:v>278.55</c:v>
                </c:pt>
                <c:pt idx="84">
                  <c:v>292.46</c:v>
                </c:pt>
                <c:pt idx="85">
                  <c:v>295.11</c:v>
                </c:pt>
                <c:pt idx="86">
                  <c:v>289.56</c:v>
                </c:pt>
                <c:pt idx="87">
                  <c:v>300.98</c:v>
                </c:pt>
                <c:pt idx="88">
                  <c:v>297.48</c:v>
                </c:pt>
                <c:pt idx="89">
                  <c:v>254.11</c:v>
                </c:pt>
                <c:pt idx="90">
                  <c:v>269.96</c:v>
                </c:pt>
                <c:pt idx="91">
                  <c:v>291.64</c:v>
                </c:pt>
                <c:pt idx="92">
                  <c:v>308.88</c:v>
                </c:pt>
                <c:pt idx="93">
                  <c:v>327.01</c:v>
                </c:pt>
                <c:pt idx="94">
                  <c:v>339.68</c:v>
                </c:pt>
                <c:pt idx="95">
                  <c:v>328.71</c:v>
                </c:pt>
                <c:pt idx="96">
                  <c:v>341.47</c:v>
                </c:pt>
                <c:pt idx="97">
                  <c:v>354.42</c:v>
                </c:pt>
                <c:pt idx="98">
                  <c:v>345.57</c:v>
                </c:pt>
                <c:pt idx="99">
                  <c:v>364.38</c:v>
                </c:pt>
                <c:pt idx="100">
                  <c:v>352.71</c:v>
                </c:pt>
                <c:pt idx="101">
                  <c:v>350.5</c:v>
                </c:pt>
                <c:pt idx="102">
                  <c:v>340.49</c:v>
                </c:pt>
                <c:pt idx="103">
                  <c:v>361.79</c:v>
                </c:pt>
                <c:pt idx="104">
                  <c:v>368.68</c:v>
                </c:pt>
                <c:pt idx="105">
                  <c:v>388.74</c:v>
                </c:pt>
                <c:pt idx="106">
                  <c:v>370.16</c:v>
                </c:pt>
                <c:pt idx="107">
                  <c:v>362.72</c:v>
                </c:pt>
                <c:pt idx="108">
                  <c:v>397.8</c:v>
                </c:pt>
                <c:pt idx="109">
                  <c:v>385.55</c:v>
                </c:pt>
                <c:pt idx="110">
                  <c:v>377.1</c:v>
                </c:pt>
                <c:pt idx="111">
                  <c:v>386.12</c:v>
                </c:pt>
                <c:pt idx="112">
                  <c:v>379.81</c:v>
                </c:pt>
                <c:pt idx="113">
                  <c:v>402.87</c:v>
                </c:pt>
                <c:pt idx="114">
                  <c:v>381.32</c:v>
                </c:pt>
                <c:pt idx="115">
                  <c:v>379.43</c:v>
                </c:pt>
                <c:pt idx="116">
                  <c:v>349.05</c:v>
                </c:pt>
                <c:pt idx="117">
                  <c:v>350.47</c:v>
                </c:pt>
                <c:pt idx="118">
                  <c:v>362.61</c:v>
                </c:pt>
                <c:pt idx="119">
                  <c:v>329.14</c:v>
                </c:pt>
                <c:pt idx="120">
                  <c:v>308.01</c:v>
                </c:pt>
                <c:pt idx="121">
                  <c:v>331.67</c:v>
                </c:pt>
                <c:pt idx="122">
                  <c:v>333.36</c:v>
                </c:pt>
                <c:pt idx="123">
                  <c:v>325.01</c:v>
                </c:pt>
                <c:pt idx="124">
                  <c:v>321.52</c:v>
                </c:pt>
                <c:pt idx="125">
                  <c:v>300.91</c:v>
                </c:pt>
                <c:pt idx="126">
                  <c:v>276.32</c:v>
                </c:pt>
                <c:pt idx="127">
                  <c:v>281.32</c:v>
                </c:pt>
                <c:pt idx="128">
                  <c:v>302.47</c:v>
                </c:pt>
                <c:pt idx="129">
                  <c:v>304.76</c:v>
                </c:pt>
                <c:pt idx="130">
                  <c:v>300.01</c:v>
                </c:pt>
                <c:pt idx="131">
                  <c:v>293.78</c:v>
                </c:pt>
                <c:pt idx="132">
                  <c:v>304.57</c:v>
                </c:pt>
                <c:pt idx="133">
                  <c:v>285.87</c:v>
                </c:pt>
                <c:pt idx="134">
                  <c:v>283.27</c:v>
                </c:pt>
                <c:pt idx="135">
                  <c:v>262.75</c:v>
                </c:pt>
                <c:pt idx="136">
                  <c:v>241.99</c:v>
                </c:pt>
                <c:pt idx="137">
                  <c:v>243.17</c:v>
                </c:pt>
                <c:pt idx="138">
                  <c:v>216.42</c:v>
                </c:pt>
                <c:pt idx="139">
                  <c:v>235.12</c:v>
                </c:pt>
                <c:pt idx="140">
                  <c:v>248.54</c:v>
                </c:pt>
                <c:pt idx="141">
                  <c:v>233.55</c:v>
                </c:pt>
                <c:pt idx="142">
                  <c:v>227.14</c:v>
                </c:pt>
                <c:pt idx="143">
                  <c:v>223.28</c:v>
                </c:pt>
                <c:pt idx="144">
                  <c:v>225.15</c:v>
                </c:pt>
                <c:pt idx="145">
                  <c:v>243.4</c:v>
                </c:pt>
                <c:pt idx="146">
                  <c:v>255.78</c:v>
                </c:pt>
                <c:pt idx="147">
                  <c:v>258.68</c:v>
                </c:pt>
                <c:pt idx="148">
                  <c:v>262.88</c:v>
                </c:pt>
                <c:pt idx="149">
                  <c:v>267.58</c:v>
                </c:pt>
                <c:pt idx="150">
                  <c:v>264.38</c:v>
                </c:pt>
                <c:pt idx="151">
                  <c:v>278.91</c:v>
                </c:pt>
                <c:pt idx="152">
                  <c:v>280.9</c:v>
                </c:pt>
                <c:pt idx="153">
                  <c:v>295.16</c:v>
                </c:pt>
                <c:pt idx="154">
                  <c:v>300.26</c:v>
                </c:pt>
                <c:pt idx="155">
                  <c:v>303.92</c:v>
                </c:pt>
                <c:pt idx="156">
                  <c:v>298.95</c:v>
                </c:pt>
                <c:pt idx="157">
                  <c:v>293.93</c:v>
                </c:pt>
                <c:pt idx="158">
                  <c:v>297.48</c:v>
                </c:pt>
                <c:pt idx="159">
                  <c:v>302.83</c:v>
                </c:pt>
                <c:pt idx="160">
                  <c:v>292.45</c:v>
                </c:pt>
                <c:pt idx="161">
                  <c:v>293.12</c:v>
                </c:pt>
                <c:pt idx="162">
                  <c:v>295.86</c:v>
                </c:pt>
                <c:pt idx="163">
                  <c:v>300.01</c:v>
                </c:pt>
                <c:pt idx="164">
                  <c:v>311.59</c:v>
                </c:pt>
                <c:pt idx="165">
                  <c:v>321.7</c:v>
                </c:pt>
                <c:pt idx="166">
                  <c:v>313.57</c:v>
                </c:pt>
                <c:pt idx="167">
                  <c:v>319.49</c:v>
                </c:pt>
                <c:pt idx="168">
                  <c:v>313.39</c:v>
                </c:pt>
                <c:pt idx="169">
                  <c:v>307.08</c:v>
                </c:pt>
                <c:pt idx="170">
                  <c:v>316.28</c:v>
                </c:pt>
                <c:pt idx="171">
                  <c:v>316.24</c:v>
                </c:pt>
                <c:pt idx="172">
                  <c:v>327.61</c:v>
                </c:pt>
                <c:pt idx="173">
                  <c:v>323.94</c:v>
                </c:pt>
                <c:pt idx="174">
                  <c:v>326.19</c:v>
                </c:pt>
                <c:pt idx="175">
                  <c:v>320.4</c:v>
                </c:pt>
                <c:pt idx="176">
                  <c:v>331.67</c:v>
                </c:pt>
                <c:pt idx="177">
                  <c:v>331.36</c:v>
                </c:pt>
                <c:pt idx="178">
                  <c:v>339.8</c:v>
                </c:pt>
                <c:pt idx="179">
                  <c:v>339.95</c:v>
                </c:pt>
                <c:pt idx="180">
                  <c:v>343.72</c:v>
                </c:pt>
                <c:pt idx="181">
                  <c:v>347.9</c:v>
                </c:pt>
                <c:pt idx="182">
                  <c:v>337.14</c:v>
                </c:pt>
                <c:pt idx="183">
                  <c:v>337.17</c:v>
                </c:pt>
                <c:pt idx="184">
                  <c:v>338.89</c:v>
                </c:pt>
                <c:pt idx="185">
                  <c:v>346.1</c:v>
                </c:pt>
                <c:pt idx="186">
                  <c:v>354.6</c:v>
                </c:pt>
                <c:pt idx="187">
                  <c:v>365.77</c:v>
                </c:pt>
                <c:pt idx="188">
                  <c:v>371.8</c:v>
                </c:pt>
                <c:pt idx="189">
                  <c:v>376.49</c:v>
                </c:pt>
                <c:pt idx="190">
                  <c:v>381.78</c:v>
                </c:pt>
                <c:pt idx="191">
                  <c:v>373.44</c:v>
                </c:pt>
                <c:pt idx="192">
                  <c:v>377.17</c:v>
                </c:pt>
                <c:pt idx="193">
                  <c:v>393.49</c:v>
                </c:pt>
                <c:pt idx="194">
                  <c:v>406.3</c:v>
                </c:pt>
                <c:pt idx="195">
                  <c:v>399.06</c:v>
                </c:pt>
                <c:pt idx="196">
                  <c:v>386.3</c:v>
                </c:pt>
                <c:pt idx="197">
                  <c:v>391.27</c:v>
                </c:pt>
                <c:pt idx="198">
                  <c:v>405.27</c:v>
                </c:pt>
                <c:pt idx="199">
                  <c:v>411.28</c:v>
                </c:pt>
                <c:pt idx="200">
                  <c:v>393.17</c:v>
                </c:pt>
                <c:pt idx="201">
                  <c:v>389.77</c:v>
                </c:pt>
                <c:pt idx="202">
                  <c:v>365.93</c:v>
                </c:pt>
                <c:pt idx="203">
                  <c:v>353.21</c:v>
                </c:pt>
                <c:pt idx="204">
                  <c:v>351.11</c:v>
                </c:pt>
                <c:pt idx="205">
                  <c:v>367.8</c:v>
                </c:pt>
                <c:pt idx="206">
                  <c:v>371.73</c:v>
                </c:pt>
                <c:pt idx="207">
                  <c:v>339.77</c:v>
                </c:pt>
                <c:pt idx="208">
                  <c:v>336.42</c:v>
                </c:pt>
                <c:pt idx="209">
                  <c:v>340.53</c:v>
                </c:pt>
                <c:pt idx="210">
                  <c:v>309.61</c:v>
                </c:pt>
                <c:pt idx="211">
                  <c:v>257.15</c:v>
                </c:pt>
                <c:pt idx="212">
                  <c:v>237.91</c:v>
                </c:pt>
                <c:pt idx="213">
                  <c:v>239.77</c:v>
                </c:pt>
                <c:pt idx="214">
                  <c:v>219.23</c:v>
                </c:pt>
                <c:pt idx="215">
                  <c:v>195.13</c:v>
                </c:pt>
                <c:pt idx="216">
                  <c:v>211.79</c:v>
                </c:pt>
                <c:pt idx="217">
                  <c:v>231.69</c:v>
                </c:pt>
                <c:pt idx="218">
                  <c:v>243.98</c:v>
                </c:pt>
                <c:pt idx="219">
                  <c:v>244.03</c:v>
                </c:pt>
                <c:pt idx="220">
                  <c:v>262.13</c:v>
                </c:pt>
                <c:pt idx="221">
                  <c:v>270.92</c:v>
                </c:pt>
                <c:pt idx="222">
                  <c:v>280.6</c:v>
                </c:pt>
                <c:pt idx="223">
                  <c:v>275.06</c:v>
                </c:pt>
                <c:pt idx="224">
                  <c:v>290.83</c:v>
                </c:pt>
                <c:pt idx="225">
                  <c:v>296</c:v>
                </c:pt>
                <c:pt idx="226">
                  <c:v>285.06</c:v>
                </c:pt>
                <c:pt idx="227">
                  <c:v>293.19</c:v>
                </c:pt>
                <c:pt idx="228">
                  <c:v>310.42</c:v>
                </c:pt>
                <c:pt idx="229">
                  <c:v>315.01</c:v>
                </c:pt>
                <c:pt idx="230">
                  <c:v>289.18</c:v>
                </c:pt>
                <c:pt idx="231">
                  <c:v>273.6</c:v>
                </c:pt>
                <c:pt idx="232">
                  <c:v>292.42</c:v>
                </c:pt>
                <c:pt idx="233">
                  <c:v>278.54</c:v>
                </c:pt>
                <c:pt idx="234">
                  <c:v>302.93</c:v>
                </c:pt>
                <c:pt idx="235">
                  <c:v>314.1</c:v>
                </c:pt>
                <c:pt idx="236">
                  <c:v>313.38</c:v>
                </c:pt>
                <c:pt idx="237">
                  <c:v>333.84</c:v>
                </c:pt>
                <c:pt idx="238">
                  <c:v>341.4</c:v>
                </c:pt>
                <c:pt idx="239">
                  <c:v>352.31</c:v>
                </c:pt>
                <c:pt idx="240">
                  <c:v>351.94</c:v>
                </c:pt>
                <c:pt idx="241">
                  <c:v>361.97</c:v>
                </c:pt>
                <c:pt idx="242">
                  <c:v>357.08</c:v>
                </c:pt>
                <c:pt idx="243">
                  <c:v>350.56</c:v>
                </c:pt>
                <c:pt idx="244">
                  <c:v>343.03</c:v>
                </c:pt>
                <c:pt idx="245">
                  <c:v>323.55</c:v>
                </c:pt>
                <c:pt idx="246">
                  <c:v>300.33</c:v>
                </c:pt>
                <c:pt idx="247">
                  <c:v>332.69</c:v>
                </c:pt>
                <c:pt idx="248">
                  <c:v>331</c:v>
                </c:pt>
                <c:pt idx="249">
                  <c:v>333.83</c:v>
                </c:pt>
                <c:pt idx="250">
                  <c:v>348.38</c:v>
                </c:pt>
                <c:pt idx="251">
                  <c:v>362.52</c:v>
                </c:pt>
                <c:pt idx="252">
                  <c:v>373.88</c:v>
                </c:pt>
                <c:pt idx="253">
                  <c:v>371.07</c:v>
                </c:pt>
                <c:pt idx="254">
                  <c:v>347.83</c:v>
                </c:pt>
                <c:pt idx="255">
                  <c:v>361.58</c:v>
                </c:pt>
                <c:pt idx="256">
                  <c:v>366.14</c:v>
                </c:pt>
                <c:pt idx="257">
                  <c:v>373.38</c:v>
                </c:pt>
                <c:pt idx="258">
                  <c:v>382.42</c:v>
                </c:pt>
                <c:pt idx="259">
                  <c:v>374.86</c:v>
                </c:pt>
                <c:pt idx="260">
                  <c:v>375.92</c:v>
                </c:pt>
                <c:pt idx="261">
                  <c:v>378.58</c:v>
                </c:pt>
                <c:pt idx="262">
                  <c:v>397.67</c:v>
                </c:pt>
                <c:pt idx="263">
                  <c:v>402.07</c:v>
                </c:pt>
                <c:pt idx="264">
                  <c:v>416.54</c:v>
                </c:pt>
                <c:pt idx="265">
                  <c:v>424.07</c:v>
                </c:pt>
                <c:pt idx="266">
                  <c:v>432.88</c:v>
                </c:pt>
                <c:pt idx="267">
                  <c:v>426.39</c:v>
                </c:pt>
                <c:pt idx="268">
                  <c:v>447.48</c:v>
                </c:pt>
                <c:pt idx="269">
                  <c:v>433.47</c:v>
                </c:pt>
                <c:pt idx="270">
                  <c:v>446.37</c:v>
                </c:pt>
                <c:pt idx="271">
                  <c:v>466.27</c:v>
                </c:pt>
                <c:pt idx="272">
                  <c:v>479.35</c:v>
                </c:pt>
                <c:pt idx="273">
                  <c:v>490.65</c:v>
                </c:pt>
                <c:pt idx="274">
                  <c:v>473.19</c:v>
                </c:pt>
                <c:pt idx="275">
                  <c:v>493.59</c:v>
                </c:pt>
                <c:pt idx="276">
                  <c:v>497.01</c:v>
                </c:pt>
                <c:pt idx="277">
                  <c:v>500.09</c:v>
                </c:pt>
                <c:pt idx="278">
                  <c:v>510.61</c:v>
                </c:pt>
                <c:pt idx="279">
                  <c:v>520.34</c:v>
                </c:pt>
                <c:pt idx="280">
                  <c:v>512.49</c:v>
                </c:pt>
                <c:pt idx="281">
                  <c:v>531.79</c:v>
                </c:pt>
                <c:pt idx="282">
                  <c:v>523.54</c:v>
                </c:pt>
                <c:pt idx="283">
                  <c:v>535.69</c:v>
                </c:pt>
                <c:pt idx="284">
                  <c:v>548.83</c:v>
                </c:pt>
                <c:pt idx="285">
                  <c:v>546.53</c:v>
                </c:pt>
                <c:pt idx="286">
                  <c:v>529.57</c:v>
                </c:pt>
                <c:pt idx="287">
                  <c:v>558.64</c:v>
                </c:pt>
                <c:pt idx="288">
                  <c:v>548.92</c:v>
                </c:pt>
                <c:pt idx="289">
                  <c:v>553.6</c:v>
                </c:pt>
                <c:pt idx="290">
                  <c:v>559.4</c:v>
                </c:pt>
                <c:pt idx="291">
                  <c:v>547.65</c:v>
                </c:pt>
                <c:pt idx="292">
                  <c:v>558.46</c:v>
                </c:pt>
                <c:pt idx="293">
                  <c:v>523.51</c:v>
                </c:pt>
                <c:pt idx="294">
                  <c:v>509.67</c:v>
                </c:pt>
                <c:pt idx="295">
                  <c:v>551.96</c:v>
                </c:pt>
                <c:pt idx="296">
                  <c:v>552.24</c:v>
                </c:pt>
                <c:pt idx="297">
                  <c:v>542.56</c:v>
                </c:pt>
                <c:pt idx="298">
                  <c:v>515.04</c:v>
                </c:pt>
                <c:pt idx="299">
                  <c:v>512.91</c:v>
                </c:pt>
                <c:pt idx="300">
                  <c:v>546.76</c:v>
                </c:pt>
                <c:pt idx="301">
                  <c:v>548.23</c:v>
                </c:pt>
                <c:pt idx="302">
                  <c:v>556.63</c:v>
                </c:pt>
                <c:pt idx="303">
                  <c:v>557.14</c:v>
                </c:pt>
                <c:pt idx="304">
                  <c:v>576.98</c:v>
                </c:pt>
                <c:pt idx="305">
                  <c:v>576.28</c:v>
                </c:pt>
                <c:pt idx="306">
                  <c:v>575.57</c:v>
                </c:pt>
                <c:pt idx="307">
                  <c:v>564.38</c:v>
                </c:pt>
                <c:pt idx="308">
                  <c:v>583.67</c:v>
                </c:pt>
                <c:pt idx="309">
                  <c:v>594.3</c:v>
                </c:pt>
                <c:pt idx="310">
                  <c:v>604.92</c:v>
                </c:pt>
                <c:pt idx="311">
                  <c:v>627.43</c:v>
                </c:pt>
                <c:pt idx="312">
                  <c:v>627.18</c:v>
                </c:pt>
                <c:pt idx="313">
                  <c:v>632.88</c:v>
                </c:pt>
                <c:pt idx="314">
                  <c:v>640.21</c:v>
                </c:pt>
                <c:pt idx="315">
                  <c:v>643.29</c:v>
                </c:pt>
                <c:pt idx="316">
                  <c:v>655.74</c:v>
                </c:pt>
                <c:pt idx="317">
                  <c:v>656.1</c:v>
                </c:pt>
                <c:pt idx="318">
                  <c:v>668.76</c:v>
                </c:pt>
                <c:pt idx="319">
                  <c:v>683.6</c:v>
                </c:pt>
                <c:pt idx="320">
                  <c:v>702.8</c:v>
                </c:pt>
                <c:pt idx="321">
                  <c:v>709.71</c:v>
                </c:pt>
                <c:pt idx="322">
                  <c:v>749.58</c:v>
                </c:pt>
                <c:pt idx="323">
                  <c:v>720.38</c:v>
                </c:pt>
                <c:pt idx="324">
                  <c:v>701.02</c:v>
                </c:pt>
                <c:pt idx="325">
                  <c:v>702.92</c:v>
                </c:pt>
                <c:pt idx="326">
                  <c:v>718.11</c:v>
                </c:pt>
                <c:pt idx="327">
                  <c:v>721.59</c:v>
                </c:pt>
                <c:pt idx="328">
                  <c:v>747.58</c:v>
                </c:pt>
                <c:pt idx="329">
                  <c:v>770.21</c:v>
                </c:pt>
                <c:pt idx="330">
                  <c:v>773.51</c:v>
                </c:pt>
                <c:pt idx="331">
                  <c:v>719.83</c:v>
                </c:pt>
                <c:pt idx="332">
                  <c:v>732.68</c:v>
                </c:pt>
                <c:pt idx="333">
                  <c:v>665.44</c:v>
                </c:pt>
                <c:pt idx="334">
                  <c:v>717.8</c:v>
                </c:pt>
                <c:pt idx="335">
                  <c:v>739.14</c:v>
                </c:pt>
                <c:pt idx="336">
                  <c:v>752.39</c:v>
                </c:pt>
                <c:pt idx="337">
                  <c:v>781.97</c:v>
                </c:pt>
                <c:pt idx="338">
                  <c:v>730.53</c:v>
                </c:pt>
                <c:pt idx="339">
                  <c:v>780.89</c:v>
                </c:pt>
                <c:pt idx="340">
                  <c:v>791.14</c:v>
                </c:pt>
                <c:pt idx="341">
                  <c:v>776.83</c:v>
                </c:pt>
                <c:pt idx="342">
                  <c:v>790.17</c:v>
                </c:pt>
                <c:pt idx="343">
                  <c:v>806.32</c:v>
                </c:pt>
                <c:pt idx="344">
                  <c:v>833.77</c:v>
                </c:pt>
                <c:pt idx="345">
                  <c:v>857.61</c:v>
                </c:pt>
                <c:pt idx="346">
                  <c:v>856.21</c:v>
                </c:pt>
                <c:pt idx="347">
                  <c:v>784.2</c:v>
                </c:pt>
                <c:pt idx="348">
                  <c:v>686.08</c:v>
                </c:pt>
                <c:pt idx="349">
                  <c:v>773.1</c:v>
                </c:pt>
                <c:pt idx="350">
                  <c:v>808.11</c:v>
                </c:pt>
                <c:pt idx="351">
                  <c:v>822.97</c:v>
                </c:pt>
                <c:pt idx="352">
                  <c:v>868.32</c:v>
                </c:pt>
                <c:pt idx="353">
                  <c:v>929.15</c:v>
                </c:pt>
                <c:pt idx="354">
                  <c:v>892.71</c:v>
                </c:pt>
                <c:pt idx="355">
                  <c:v>868.01</c:v>
                </c:pt>
                <c:pt idx="356">
                  <c:v>961.36</c:v>
                </c:pt>
                <c:pt idx="357">
                  <c:v>997.05</c:v>
                </c:pt>
                <c:pt idx="358">
                  <c:v>985.94</c:v>
                </c:pt>
                <c:pt idx="359">
                  <c:v>1011.67</c:v>
                </c:pt>
                <c:pt idx="360">
                  <c:v>1054.6</c:v>
                </c:pt>
                <c:pt idx="361">
                  <c:v>1109.89</c:v>
                </c:pt>
                <c:pt idx="362">
                  <c:v>1115.98</c:v>
                </c:pt>
                <c:pt idx="363">
                  <c:v>1140.77</c:v>
                </c:pt>
                <c:pt idx="364">
                  <c:v>1166.72</c:v>
                </c:pt>
                <c:pt idx="365">
                  <c:v>1200.54</c:v>
                </c:pt>
                <c:pt idx="366">
                  <c:v>1143.43</c:v>
                </c:pt>
                <c:pt idx="367">
                  <c:v>1222.49</c:v>
                </c:pt>
                <c:pt idx="368">
                  <c:v>1212.31</c:v>
                </c:pt>
                <c:pt idx="369">
                  <c:v>1265.18</c:v>
                </c:pt>
                <c:pt idx="370">
                  <c:v>1198.65</c:v>
                </c:pt>
                <c:pt idx="371">
                  <c:v>1161.06</c:v>
                </c:pt>
                <c:pt idx="372">
                  <c:v>1202.59</c:v>
                </c:pt>
                <c:pt idx="373">
                  <c:v>1096.82</c:v>
                </c:pt>
                <c:pt idx="374">
                  <c:v>1096.88</c:v>
                </c:pt>
                <c:pt idx="375">
                  <c:v>1004.83</c:v>
                </c:pt>
                <c:pt idx="376">
                  <c:v>1096.38</c:v>
                </c:pt>
                <c:pt idx="377">
                  <c:v>1049.85</c:v>
                </c:pt>
                <c:pt idx="378">
                  <c:v>951.8</c:v>
                </c:pt>
                <c:pt idx="379">
                  <c:v>1027.81</c:v>
                </c:pt>
                <c:pt idx="380">
                  <c:v>1083.06</c:v>
                </c:pt>
                <c:pt idx="381">
                  <c:v>1019.19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MSCI World</c:v>
                </c:pt>
              </c:strCache>
            </c:strRef>
          </c:tx>
          <c:spPr>
            <a:solidFill>
              <a:srgbClr val="B23A48"/>
            </a:solidFill>
            <a:ln w="28575" cap="flat">
              <a:solidFill>
                <a:srgbClr val="B23A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23A48"/>
              </a:solidFill>
              <a:ln w="9525" cap="flat">
                <a:solidFill>
                  <a:srgbClr val="B23A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Sheet1!$A$2:$A$383</c:f>
              <c:multiLvlStrCache>
                <c:ptCount val="382"/>
                <c:lvl>
                  <c:pt idx="0">
                    <c:v>1991-03</c:v>
                  </c:pt>
                  <c:pt idx="1">
                    <c:v>1991-04</c:v>
                  </c:pt>
                  <c:pt idx="2">
                    <c:v>1991-05</c:v>
                  </c:pt>
                  <c:pt idx="3">
                    <c:v>1991-06</c:v>
                  </c:pt>
                  <c:pt idx="4">
                    <c:v>1991-07</c:v>
                  </c:pt>
                  <c:pt idx="5">
                    <c:v>1991-08</c:v>
                  </c:pt>
                  <c:pt idx="6">
                    <c:v>1991-09</c:v>
                  </c:pt>
                  <c:pt idx="7">
                    <c:v>1991-10</c:v>
                  </c:pt>
                  <c:pt idx="8">
                    <c:v>1991-11</c:v>
                  </c:pt>
                  <c:pt idx="9">
                    <c:v>1991-12</c:v>
                  </c:pt>
                  <c:pt idx="10">
                    <c:v>1992-01</c:v>
                  </c:pt>
                  <c:pt idx="11">
                    <c:v>1992-02</c:v>
                  </c:pt>
                  <c:pt idx="12">
                    <c:v>1992-03</c:v>
                  </c:pt>
                  <c:pt idx="13">
                    <c:v>1992-04</c:v>
                  </c:pt>
                  <c:pt idx="14">
                    <c:v>1992-05</c:v>
                  </c:pt>
                  <c:pt idx="15">
                    <c:v>1992-06</c:v>
                  </c:pt>
                  <c:pt idx="16">
                    <c:v>1992-07</c:v>
                  </c:pt>
                  <c:pt idx="17">
                    <c:v>1992-08</c:v>
                  </c:pt>
                  <c:pt idx="18">
                    <c:v>1992-09</c:v>
                  </c:pt>
                  <c:pt idx="19">
                    <c:v>1992-10</c:v>
                  </c:pt>
                  <c:pt idx="20">
                    <c:v>1992-11</c:v>
                  </c:pt>
                  <c:pt idx="21">
                    <c:v>1992-12</c:v>
                  </c:pt>
                  <c:pt idx="22">
                    <c:v>1993-01</c:v>
                  </c:pt>
                  <c:pt idx="23">
                    <c:v>1993-02</c:v>
                  </c:pt>
                  <c:pt idx="24">
                    <c:v>1993-03</c:v>
                  </c:pt>
                  <c:pt idx="25">
                    <c:v>1993-04</c:v>
                  </c:pt>
                  <c:pt idx="26">
                    <c:v>1993-05</c:v>
                  </c:pt>
                  <c:pt idx="27">
                    <c:v>1993-06</c:v>
                  </c:pt>
                  <c:pt idx="28">
                    <c:v>1993-07</c:v>
                  </c:pt>
                  <c:pt idx="29">
                    <c:v>1993-08</c:v>
                  </c:pt>
                  <c:pt idx="30">
                    <c:v>1993-09</c:v>
                  </c:pt>
                  <c:pt idx="31">
                    <c:v>1993-10</c:v>
                  </c:pt>
                  <c:pt idx="32">
                    <c:v>1993-11</c:v>
                  </c:pt>
                  <c:pt idx="33">
                    <c:v>1993-12</c:v>
                  </c:pt>
                  <c:pt idx="34">
                    <c:v>1994-01</c:v>
                  </c:pt>
                  <c:pt idx="35">
                    <c:v>1994-02</c:v>
                  </c:pt>
                  <c:pt idx="36">
                    <c:v>1994-03</c:v>
                  </c:pt>
                  <c:pt idx="37">
                    <c:v>1994-04</c:v>
                  </c:pt>
                  <c:pt idx="38">
                    <c:v>1994-05</c:v>
                  </c:pt>
                  <c:pt idx="39">
                    <c:v>1994-06</c:v>
                  </c:pt>
                  <c:pt idx="40">
                    <c:v>1994-07</c:v>
                  </c:pt>
                  <c:pt idx="41">
                    <c:v>1994-08</c:v>
                  </c:pt>
                  <c:pt idx="42">
                    <c:v>1994-09</c:v>
                  </c:pt>
                  <c:pt idx="43">
                    <c:v>1994-10</c:v>
                  </c:pt>
                  <c:pt idx="44">
                    <c:v>1994-11</c:v>
                  </c:pt>
                  <c:pt idx="45">
                    <c:v>1994-12</c:v>
                  </c:pt>
                  <c:pt idx="46">
                    <c:v>1995-01</c:v>
                  </c:pt>
                  <c:pt idx="47">
                    <c:v>1995-02</c:v>
                  </c:pt>
                  <c:pt idx="48">
                    <c:v>1995-03</c:v>
                  </c:pt>
                  <c:pt idx="49">
                    <c:v>1995-04</c:v>
                  </c:pt>
                  <c:pt idx="50">
                    <c:v>1995-05</c:v>
                  </c:pt>
                  <c:pt idx="51">
                    <c:v>1995-06</c:v>
                  </c:pt>
                  <c:pt idx="52">
                    <c:v>1995-07</c:v>
                  </c:pt>
                  <c:pt idx="53">
                    <c:v>1995-08</c:v>
                  </c:pt>
                  <c:pt idx="54">
                    <c:v>1995-09</c:v>
                  </c:pt>
                  <c:pt idx="55">
                    <c:v>1995-10</c:v>
                  </c:pt>
                  <c:pt idx="56">
                    <c:v>1995-11</c:v>
                  </c:pt>
                  <c:pt idx="57">
                    <c:v>1995-12</c:v>
                  </c:pt>
                  <c:pt idx="58">
                    <c:v>1996-01</c:v>
                  </c:pt>
                  <c:pt idx="59">
                    <c:v>1996-02</c:v>
                  </c:pt>
                  <c:pt idx="60">
                    <c:v>1996-03</c:v>
                  </c:pt>
                  <c:pt idx="61">
                    <c:v>1996-04</c:v>
                  </c:pt>
                  <c:pt idx="62">
                    <c:v>1996-05</c:v>
                  </c:pt>
                  <c:pt idx="63">
                    <c:v>1996-06</c:v>
                  </c:pt>
                  <c:pt idx="64">
                    <c:v>1996-07</c:v>
                  </c:pt>
                  <c:pt idx="65">
                    <c:v>1996-08</c:v>
                  </c:pt>
                  <c:pt idx="66">
                    <c:v>1996-09</c:v>
                  </c:pt>
                  <c:pt idx="67">
                    <c:v>1996-10</c:v>
                  </c:pt>
                  <c:pt idx="68">
                    <c:v>1996-11</c:v>
                  </c:pt>
                  <c:pt idx="69">
                    <c:v>1996-12</c:v>
                  </c:pt>
                  <c:pt idx="70">
                    <c:v>1997-01</c:v>
                  </c:pt>
                  <c:pt idx="71">
                    <c:v>1997-02</c:v>
                  </c:pt>
                  <c:pt idx="72">
                    <c:v>1997-03</c:v>
                  </c:pt>
                  <c:pt idx="73">
                    <c:v>1997-04</c:v>
                  </c:pt>
                  <c:pt idx="74">
                    <c:v>1997-05</c:v>
                  </c:pt>
                  <c:pt idx="75">
                    <c:v>1997-06</c:v>
                  </c:pt>
                  <c:pt idx="76">
                    <c:v>1997-07</c:v>
                  </c:pt>
                  <c:pt idx="77">
                    <c:v>1997-08</c:v>
                  </c:pt>
                  <c:pt idx="78">
                    <c:v>1997-09</c:v>
                  </c:pt>
                  <c:pt idx="79">
                    <c:v>1997-10</c:v>
                  </c:pt>
                  <c:pt idx="80">
                    <c:v>1997-11</c:v>
                  </c:pt>
                  <c:pt idx="81">
                    <c:v>1997-12</c:v>
                  </c:pt>
                  <c:pt idx="82">
                    <c:v>1998-01</c:v>
                  </c:pt>
                  <c:pt idx="83">
                    <c:v>1998-02</c:v>
                  </c:pt>
                  <c:pt idx="84">
                    <c:v>1998-03</c:v>
                  </c:pt>
                  <c:pt idx="85">
                    <c:v>1998-04</c:v>
                  </c:pt>
                  <c:pt idx="86">
                    <c:v>1998-05</c:v>
                  </c:pt>
                  <c:pt idx="87">
                    <c:v>1998-06</c:v>
                  </c:pt>
                  <c:pt idx="88">
                    <c:v>1998-07</c:v>
                  </c:pt>
                  <c:pt idx="89">
                    <c:v>1998-08</c:v>
                  </c:pt>
                  <c:pt idx="90">
                    <c:v>1998-09</c:v>
                  </c:pt>
                  <c:pt idx="91">
                    <c:v>1998-10</c:v>
                  </c:pt>
                  <c:pt idx="92">
                    <c:v>1998-11</c:v>
                  </c:pt>
                  <c:pt idx="93">
                    <c:v>1998-12</c:v>
                  </c:pt>
                  <c:pt idx="94">
                    <c:v>1999-01</c:v>
                  </c:pt>
                  <c:pt idx="95">
                    <c:v>1999-02</c:v>
                  </c:pt>
                  <c:pt idx="96">
                    <c:v>1999-03</c:v>
                  </c:pt>
                  <c:pt idx="97">
                    <c:v>1999-04</c:v>
                  </c:pt>
                  <c:pt idx="98">
                    <c:v>1999-05</c:v>
                  </c:pt>
                  <c:pt idx="99">
                    <c:v>1999-06</c:v>
                  </c:pt>
                  <c:pt idx="100">
                    <c:v>1999-07</c:v>
                  </c:pt>
                  <c:pt idx="101">
                    <c:v>1999-08</c:v>
                  </c:pt>
                  <c:pt idx="102">
                    <c:v>1999-09</c:v>
                  </c:pt>
                  <c:pt idx="103">
                    <c:v>1999-10</c:v>
                  </c:pt>
                  <c:pt idx="104">
                    <c:v>1999-11</c:v>
                  </c:pt>
                  <c:pt idx="105">
                    <c:v>1999-12</c:v>
                  </c:pt>
                  <c:pt idx="106">
                    <c:v>2000-01</c:v>
                  </c:pt>
                  <c:pt idx="107">
                    <c:v>2000-02</c:v>
                  </c:pt>
                  <c:pt idx="108">
                    <c:v>2000-03</c:v>
                  </c:pt>
                  <c:pt idx="109">
                    <c:v>2000-04</c:v>
                  </c:pt>
                  <c:pt idx="110">
                    <c:v>2000-05</c:v>
                  </c:pt>
                  <c:pt idx="111">
                    <c:v>2000-06</c:v>
                  </c:pt>
                  <c:pt idx="112">
                    <c:v>2000-07</c:v>
                  </c:pt>
                  <c:pt idx="113">
                    <c:v>2000-08</c:v>
                  </c:pt>
                  <c:pt idx="114">
                    <c:v>2000-09</c:v>
                  </c:pt>
                  <c:pt idx="115">
                    <c:v>2000-10</c:v>
                  </c:pt>
                  <c:pt idx="116">
                    <c:v>2000-11</c:v>
                  </c:pt>
                  <c:pt idx="117">
                    <c:v>2000-12</c:v>
                  </c:pt>
                  <c:pt idx="118">
                    <c:v>2001-01</c:v>
                  </c:pt>
                  <c:pt idx="119">
                    <c:v>2001-02</c:v>
                  </c:pt>
                  <c:pt idx="120">
                    <c:v>2001-03</c:v>
                  </c:pt>
                  <c:pt idx="121">
                    <c:v>2001-04</c:v>
                  </c:pt>
                  <c:pt idx="122">
                    <c:v>2001-05</c:v>
                  </c:pt>
                  <c:pt idx="123">
                    <c:v>2001-06</c:v>
                  </c:pt>
                  <c:pt idx="124">
                    <c:v>2001-07</c:v>
                  </c:pt>
                  <c:pt idx="125">
                    <c:v>2001-08</c:v>
                  </c:pt>
                  <c:pt idx="126">
                    <c:v>2001-09</c:v>
                  </c:pt>
                  <c:pt idx="127">
                    <c:v>2001-10</c:v>
                  </c:pt>
                  <c:pt idx="128">
                    <c:v>2001-11</c:v>
                  </c:pt>
                  <c:pt idx="129">
                    <c:v>2001-12</c:v>
                  </c:pt>
                  <c:pt idx="130">
                    <c:v>2002-01</c:v>
                  </c:pt>
                  <c:pt idx="131">
                    <c:v>2002-02</c:v>
                  </c:pt>
                  <c:pt idx="132">
                    <c:v>2002-03</c:v>
                  </c:pt>
                  <c:pt idx="133">
                    <c:v>2002-04</c:v>
                  </c:pt>
                  <c:pt idx="134">
                    <c:v>2002-05</c:v>
                  </c:pt>
                  <c:pt idx="135">
                    <c:v>2002-06</c:v>
                  </c:pt>
                  <c:pt idx="136">
                    <c:v>2002-07</c:v>
                  </c:pt>
                  <c:pt idx="137">
                    <c:v>2002-08</c:v>
                  </c:pt>
                  <c:pt idx="138">
                    <c:v>2002-09</c:v>
                  </c:pt>
                  <c:pt idx="139">
                    <c:v>2002-10</c:v>
                  </c:pt>
                  <c:pt idx="140">
                    <c:v>2002-11</c:v>
                  </c:pt>
                  <c:pt idx="141">
                    <c:v>2002-12</c:v>
                  </c:pt>
                  <c:pt idx="142">
                    <c:v>2003-01</c:v>
                  </c:pt>
                  <c:pt idx="143">
                    <c:v>2003-02</c:v>
                  </c:pt>
                  <c:pt idx="144">
                    <c:v>2003-03</c:v>
                  </c:pt>
                  <c:pt idx="145">
                    <c:v>2003-04</c:v>
                  </c:pt>
                  <c:pt idx="146">
                    <c:v>2003-05</c:v>
                  </c:pt>
                  <c:pt idx="147">
                    <c:v>2003-06</c:v>
                  </c:pt>
                  <c:pt idx="148">
                    <c:v>2003-07</c:v>
                  </c:pt>
                  <c:pt idx="149">
                    <c:v>2003-08</c:v>
                  </c:pt>
                  <c:pt idx="150">
                    <c:v>2003-09</c:v>
                  </c:pt>
                  <c:pt idx="151">
                    <c:v>2003-10</c:v>
                  </c:pt>
                  <c:pt idx="152">
                    <c:v>2003-11</c:v>
                  </c:pt>
                  <c:pt idx="153">
                    <c:v>2003-12</c:v>
                  </c:pt>
                  <c:pt idx="154">
                    <c:v>2004-01</c:v>
                  </c:pt>
                  <c:pt idx="155">
                    <c:v>2004-02</c:v>
                  </c:pt>
                  <c:pt idx="156">
                    <c:v>2004-03</c:v>
                  </c:pt>
                  <c:pt idx="157">
                    <c:v>2004-04</c:v>
                  </c:pt>
                  <c:pt idx="158">
                    <c:v>2004-05</c:v>
                  </c:pt>
                  <c:pt idx="159">
                    <c:v>2004-06</c:v>
                  </c:pt>
                  <c:pt idx="160">
                    <c:v>2004-07</c:v>
                  </c:pt>
                  <c:pt idx="161">
                    <c:v>2004-08</c:v>
                  </c:pt>
                  <c:pt idx="162">
                    <c:v>2004-09</c:v>
                  </c:pt>
                  <c:pt idx="163">
                    <c:v>2004-10</c:v>
                  </c:pt>
                  <c:pt idx="164">
                    <c:v>2004-11</c:v>
                  </c:pt>
                  <c:pt idx="165">
                    <c:v>2004-12</c:v>
                  </c:pt>
                  <c:pt idx="166">
                    <c:v>2005-01</c:v>
                  </c:pt>
                  <c:pt idx="167">
                    <c:v>2005-02</c:v>
                  </c:pt>
                  <c:pt idx="168">
                    <c:v>2005-03</c:v>
                  </c:pt>
                  <c:pt idx="169">
                    <c:v>2005-04</c:v>
                  </c:pt>
                  <c:pt idx="170">
                    <c:v>2005-05</c:v>
                  </c:pt>
                  <c:pt idx="171">
                    <c:v>2005-06</c:v>
                  </c:pt>
                  <c:pt idx="172">
                    <c:v>2005-07</c:v>
                  </c:pt>
                  <c:pt idx="173">
                    <c:v>2005-08</c:v>
                  </c:pt>
                  <c:pt idx="174">
                    <c:v>2005-09</c:v>
                  </c:pt>
                  <c:pt idx="175">
                    <c:v>2005-10</c:v>
                  </c:pt>
                  <c:pt idx="176">
                    <c:v>2005-11</c:v>
                  </c:pt>
                  <c:pt idx="177">
                    <c:v>2005-12</c:v>
                  </c:pt>
                  <c:pt idx="178">
                    <c:v>2006-01</c:v>
                  </c:pt>
                  <c:pt idx="179">
                    <c:v>2006-02</c:v>
                  </c:pt>
                  <c:pt idx="180">
                    <c:v>2006-03</c:v>
                  </c:pt>
                  <c:pt idx="181">
                    <c:v>2006-04</c:v>
                  </c:pt>
                  <c:pt idx="182">
                    <c:v>2006-05</c:v>
                  </c:pt>
                  <c:pt idx="183">
                    <c:v>2006-06</c:v>
                  </c:pt>
                  <c:pt idx="184">
                    <c:v>2006-07</c:v>
                  </c:pt>
                  <c:pt idx="185">
                    <c:v>2006-08</c:v>
                  </c:pt>
                  <c:pt idx="186">
                    <c:v>2006-09</c:v>
                  </c:pt>
                  <c:pt idx="187">
                    <c:v>2006-10</c:v>
                  </c:pt>
                  <c:pt idx="188">
                    <c:v>2006-11</c:v>
                  </c:pt>
                  <c:pt idx="189">
                    <c:v>2006-12</c:v>
                  </c:pt>
                  <c:pt idx="190">
                    <c:v>2007-01</c:v>
                  </c:pt>
                  <c:pt idx="191">
                    <c:v>2007-02</c:v>
                  </c:pt>
                  <c:pt idx="192">
                    <c:v>2007-03</c:v>
                  </c:pt>
                  <c:pt idx="193">
                    <c:v>2007-04</c:v>
                  </c:pt>
                  <c:pt idx="194">
                    <c:v>2007-05</c:v>
                  </c:pt>
                  <c:pt idx="195">
                    <c:v>2007-06</c:v>
                  </c:pt>
                  <c:pt idx="196">
                    <c:v>2007-07</c:v>
                  </c:pt>
                  <c:pt idx="197">
                    <c:v>2007-08</c:v>
                  </c:pt>
                  <c:pt idx="198">
                    <c:v>2007-09</c:v>
                  </c:pt>
                  <c:pt idx="199">
                    <c:v>2007-10</c:v>
                  </c:pt>
                  <c:pt idx="200">
                    <c:v>2007-11</c:v>
                  </c:pt>
                  <c:pt idx="201">
                    <c:v>2007-12</c:v>
                  </c:pt>
                  <c:pt idx="202">
                    <c:v>2008-01</c:v>
                  </c:pt>
                  <c:pt idx="203">
                    <c:v>2008-02</c:v>
                  </c:pt>
                  <c:pt idx="204">
                    <c:v>2008-03</c:v>
                  </c:pt>
                  <c:pt idx="205">
                    <c:v>2008-04</c:v>
                  </c:pt>
                  <c:pt idx="206">
                    <c:v>2008-05</c:v>
                  </c:pt>
                  <c:pt idx="207">
                    <c:v>2008-06</c:v>
                  </c:pt>
                  <c:pt idx="208">
                    <c:v>2008-07</c:v>
                  </c:pt>
                  <c:pt idx="209">
                    <c:v>2008-08</c:v>
                  </c:pt>
                  <c:pt idx="210">
                    <c:v>2008-09</c:v>
                  </c:pt>
                  <c:pt idx="211">
                    <c:v>2008-10</c:v>
                  </c:pt>
                  <c:pt idx="212">
                    <c:v>2008-11</c:v>
                  </c:pt>
                  <c:pt idx="213">
                    <c:v>2008-12</c:v>
                  </c:pt>
                  <c:pt idx="214">
                    <c:v>2009-01</c:v>
                  </c:pt>
                  <c:pt idx="215">
                    <c:v>2009-02</c:v>
                  </c:pt>
                  <c:pt idx="216">
                    <c:v>2009-03</c:v>
                  </c:pt>
                  <c:pt idx="217">
                    <c:v>2009-04</c:v>
                  </c:pt>
                  <c:pt idx="218">
                    <c:v>2009-05</c:v>
                  </c:pt>
                  <c:pt idx="219">
                    <c:v>2009-06</c:v>
                  </c:pt>
                  <c:pt idx="220">
                    <c:v>2009-07</c:v>
                  </c:pt>
                  <c:pt idx="221">
                    <c:v>2009-08</c:v>
                  </c:pt>
                  <c:pt idx="222">
                    <c:v>2009-09</c:v>
                  </c:pt>
                  <c:pt idx="223">
                    <c:v>2009-10</c:v>
                  </c:pt>
                  <c:pt idx="224">
                    <c:v>2009-11</c:v>
                  </c:pt>
                  <c:pt idx="225">
                    <c:v>2009-12</c:v>
                  </c:pt>
                  <c:pt idx="226">
                    <c:v>2010-01</c:v>
                  </c:pt>
                  <c:pt idx="227">
                    <c:v>2010-02</c:v>
                  </c:pt>
                  <c:pt idx="228">
                    <c:v>2010-03</c:v>
                  </c:pt>
                  <c:pt idx="229">
                    <c:v>2010-04</c:v>
                  </c:pt>
                  <c:pt idx="230">
                    <c:v>2010-05</c:v>
                  </c:pt>
                  <c:pt idx="231">
                    <c:v>2010-06</c:v>
                  </c:pt>
                  <c:pt idx="232">
                    <c:v>2010-07</c:v>
                  </c:pt>
                  <c:pt idx="233">
                    <c:v>2010-08</c:v>
                  </c:pt>
                  <c:pt idx="234">
                    <c:v>2010-09</c:v>
                  </c:pt>
                  <c:pt idx="235">
                    <c:v>2010-10</c:v>
                  </c:pt>
                  <c:pt idx="236">
                    <c:v>2010-11</c:v>
                  </c:pt>
                  <c:pt idx="237">
                    <c:v>2010-12</c:v>
                  </c:pt>
                  <c:pt idx="238">
                    <c:v>2011-01</c:v>
                  </c:pt>
                  <c:pt idx="239">
                    <c:v>2011-02</c:v>
                  </c:pt>
                  <c:pt idx="240">
                    <c:v>2011-03</c:v>
                  </c:pt>
                  <c:pt idx="241">
                    <c:v>2011-04</c:v>
                  </c:pt>
                  <c:pt idx="242">
                    <c:v>2011-05</c:v>
                  </c:pt>
                  <c:pt idx="243">
                    <c:v>2011-06</c:v>
                  </c:pt>
                  <c:pt idx="244">
                    <c:v>2011-07</c:v>
                  </c:pt>
                  <c:pt idx="245">
                    <c:v>2011-08</c:v>
                  </c:pt>
                  <c:pt idx="246">
                    <c:v>2011-09</c:v>
                  </c:pt>
                  <c:pt idx="247">
                    <c:v>2011-10</c:v>
                  </c:pt>
                  <c:pt idx="248">
                    <c:v>2011-11</c:v>
                  </c:pt>
                  <c:pt idx="249">
                    <c:v>2011-12</c:v>
                  </c:pt>
                  <c:pt idx="250">
                    <c:v>2012-01</c:v>
                  </c:pt>
                  <c:pt idx="251">
                    <c:v>2012-02</c:v>
                  </c:pt>
                  <c:pt idx="252">
                    <c:v>2012-03</c:v>
                  </c:pt>
                  <c:pt idx="253">
                    <c:v>2012-04</c:v>
                  </c:pt>
                  <c:pt idx="254">
                    <c:v>2012-05</c:v>
                  </c:pt>
                  <c:pt idx="255">
                    <c:v>2012-06</c:v>
                  </c:pt>
                  <c:pt idx="256">
                    <c:v>2012-07</c:v>
                  </c:pt>
                  <c:pt idx="257">
                    <c:v>2012-08</c:v>
                  </c:pt>
                  <c:pt idx="258">
                    <c:v>2012-09</c:v>
                  </c:pt>
                  <c:pt idx="259">
                    <c:v>2012-10</c:v>
                  </c:pt>
                  <c:pt idx="260">
                    <c:v>2012-11</c:v>
                  </c:pt>
                  <c:pt idx="261">
                    <c:v>2012-12</c:v>
                  </c:pt>
                  <c:pt idx="262">
                    <c:v>2013-01</c:v>
                  </c:pt>
                  <c:pt idx="263">
                    <c:v>2013-02</c:v>
                  </c:pt>
                  <c:pt idx="264">
                    <c:v>2013-03</c:v>
                  </c:pt>
                  <c:pt idx="265">
                    <c:v>2013-04</c:v>
                  </c:pt>
                  <c:pt idx="266">
                    <c:v>2013-05</c:v>
                  </c:pt>
                  <c:pt idx="267">
                    <c:v>2013-06</c:v>
                  </c:pt>
                  <c:pt idx="268">
                    <c:v>2013-07</c:v>
                  </c:pt>
                  <c:pt idx="269">
                    <c:v>2013-08</c:v>
                  </c:pt>
                  <c:pt idx="270">
                    <c:v>2013-09</c:v>
                  </c:pt>
                  <c:pt idx="271">
                    <c:v>2013-10</c:v>
                  </c:pt>
                  <c:pt idx="272">
                    <c:v>2013-11</c:v>
                  </c:pt>
                  <c:pt idx="273">
                    <c:v>2013-12</c:v>
                  </c:pt>
                  <c:pt idx="274">
                    <c:v>2014-01</c:v>
                  </c:pt>
                  <c:pt idx="275">
                    <c:v>2014-02</c:v>
                  </c:pt>
                  <c:pt idx="276">
                    <c:v>2014-03</c:v>
                  </c:pt>
                  <c:pt idx="277">
                    <c:v>2014-04</c:v>
                  </c:pt>
                  <c:pt idx="278">
                    <c:v>2014-05</c:v>
                  </c:pt>
                  <c:pt idx="279">
                    <c:v>2014-06</c:v>
                  </c:pt>
                  <c:pt idx="280">
                    <c:v>2014-07</c:v>
                  </c:pt>
                  <c:pt idx="281">
                    <c:v>2014-08</c:v>
                  </c:pt>
                  <c:pt idx="282">
                    <c:v>2014-09</c:v>
                  </c:pt>
                  <c:pt idx="283">
                    <c:v>2014-10</c:v>
                  </c:pt>
                  <c:pt idx="284">
                    <c:v>2014-11</c:v>
                  </c:pt>
                  <c:pt idx="285">
                    <c:v>2014-12</c:v>
                  </c:pt>
                  <c:pt idx="286">
                    <c:v>2015-01</c:v>
                  </c:pt>
                  <c:pt idx="287">
                    <c:v>2015-02</c:v>
                  </c:pt>
                  <c:pt idx="288">
                    <c:v>2015-03</c:v>
                  </c:pt>
                  <c:pt idx="289">
                    <c:v>2015-04</c:v>
                  </c:pt>
                  <c:pt idx="290">
                    <c:v>2015-05</c:v>
                  </c:pt>
                  <c:pt idx="291">
                    <c:v>2015-06</c:v>
                  </c:pt>
                  <c:pt idx="292">
                    <c:v>2015-07</c:v>
                  </c:pt>
                  <c:pt idx="293">
                    <c:v>2015-08</c:v>
                  </c:pt>
                  <c:pt idx="294">
                    <c:v>2015-09</c:v>
                  </c:pt>
                  <c:pt idx="295">
                    <c:v>2015-10</c:v>
                  </c:pt>
                  <c:pt idx="296">
                    <c:v>2015-11</c:v>
                  </c:pt>
                  <c:pt idx="297">
                    <c:v>2015-12</c:v>
                  </c:pt>
                  <c:pt idx="298">
                    <c:v>2016-01</c:v>
                  </c:pt>
                  <c:pt idx="299">
                    <c:v>2016-02</c:v>
                  </c:pt>
                  <c:pt idx="300">
                    <c:v>2016-03</c:v>
                  </c:pt>
                  <c:pt idx="301">
                    <c:v>2016-04</c:v>
                  </c:pt>
                  <c:pt idx="302">
                    <c:v>2016-05</c:v>
                  </c:pt>
                  <c:pt idx="303">
                    <c:v>2016-06</c:v>
                  </c:pt>
                  <c:pt idx="304">
                    <c:v>2016-07</c:v>
                  </c:pt>
                  <c:pt idx="305">
                    <c:v>2016-08</c:v>
                  </c:pt>
                  <c:pt idx="306">
                    <c:v>2016-09</c:v>
                  </c:pt>
                  <c:pt idx="307">
                    <c:v>2016-10</c:v>
                  </c:pt>
                  <c:pt idx="308">
                    <c:v>2016-11</c:v>
                  </c:pt>
                  <c:pt idx="309">
                    <c:v>2016-12</c:v>
                  </c:pt>
                  <c:pt idx="310">
                    <c:v>2017-01</c:v>
                  </c:pt>
                  <c:pt idx="311">
                    <c:v>2017-02</c:v>
                  </c:pt>
                  <c:pt idx="312">
                    <c:v>2017-03</c:v>
                  </c:pt>
                  <c:pt idx="313">
                    <c:v>2017-04</c:v>
                  </c:pt>
                  <c:pt idx="314">
                    <c:v>2017-05</c:v>
                  </c:pt>
                  <c:pt idx="315">
                    <c:v>2017-06</c:v>
                  </c:pt>
                  <c:pt idx="316">
                    <c:v>2017-07</c:v>
                  </c:pt>
                  <c:pt idx="317">
                    <c:v>2017-08</c:v>
                  </c:pt>
                  <c:pt idx="318">
                    <c:v>2017-09</c:v>
                  </c:pt>
                  <c:pt idx="319">
                    <c:v>2017-10</c:v>
                  </c:pt>
                  <c:pt idx="320">
                    <c:v>2017-11</c:v>
                  </c:pt>
                  <c:pt idx="321">
                    <c:v>2017-12</c:v>
                  </c:pt>
                  <c:pt idx="322">
                    <c:v>2018-01</c:v>
                  </c:pt>
                  <c:pt idx="323">
                    <c:v>2018-02</c:v>
                  </c:pt>
                  <c:pt idx="324">
                    <c:v>2018-03</c:v>
                  </c:pt>
                  <c:pt idx="325">
                    <c:v>2018-04</c:v>
                  </c:pt>
                  <c:pt idx="326">
                    <c:v>2018-05</c:v>
                  </c:pt>
                  <c:pt idx="327">
                    <c:v>2018-06</c:v>
                  </c:pt>
                  <c:pt idx="328">
                    <c:v>2018-07</c:v>
                  </c:pt>
                  <c:pt idx="329">
                    <c:v>2018-08</c:v>
                  </c:pt>
                  <c:pt idx="330">
                    <c:v>2018-09</c:v>
                  </c:pt>
                  <c:pt idx="331">
                    <c:v>2018-10</c:v>
                  </c:pt>
                  <c:pt idx="332">
                    <c:v>2018-11</c:v>
                  </c:pt>
                  <c:pt idx="333">
                    <c:v>2018-12</c:v>
                  </c:pt>
                  <c:pt idx="334">
                    <c:v>2019-01</c:v>
                  </c:pt>
                  <c:pt idx="335">
                    <c:v>2019-02</c:v>
                  </c:pt>
                  <c:pt idx="336">
                    <c:v>2019-03</c:v>
                  </c:pt>
                  <c:pt idx="337">
                    <c:v>2019-04</c:v>
                  </c:pt>
                  <c:pt idx="338">
                    <c:v>2019-05</c:v>
                  </c:pt>
                  <c:pt idx="339">
                    <c:v>2019-06</c:v>
                  </c:pt>
                  <c:pt idx="340">
                    <c:v>2019-07</c:v>
                  </c:pt>
                  <c:pt idx="341">
                    <c:v>2019-08</c:v>
                  </c:pt>
                  <c:pt idx="342">
                    <c:v>2019-09</c:v>
                  </c:pt>
                  <c:pt idx="343">
                    <c:v>2019-10</c:v>
                  </c:pt>
                  <c:pt idx="344">
                    <c:v>2019-11</c:v>
                  </c:pt>
                  <c:pt idx="345">
                    <c:v>2019-12</c:v>
                  </c:pt>
                  <c:pt idx="346">
                    <c:v>2020-01</c:v>
                  </c:pt>
                  <c:pt idx="347">
                    <c:v>2020-02</c:v>
                  </c:pt>
                  <c:pt idx="348">
                    <c:v>2020-03</c:v>
                  </c:pt>
                  <c:pt idx="349">
                    <c:v>2020-04</c:v>
                  </c:pt>
                  <c:pt idx="350">
                    <c:v>2020-05</c:v>
                  </c:pt>
                  <c:pt idx="351">
                    <c:v>2020-06</c:v>
                  </c:pt>
                  <c:pt idx="352">
                    <c:v>2020-07</c:v>
                  </c:pt>
                  <c:pt idx="353">
                    <c:v>2020-08</c:v>
                  </c:pt>
                  <c:pt idx="354">
                    <c:v>2020-09</c:v>
                  </c:pt>
                  <c:pt idx="355">
                    <c:v>2020-10</c:v>
                  </c:pt>
                  <c:pt idx="356">
                    <c:v>2020-11</c:v>
                  </c:pt>
                  <c:pt idx="357">
                    <c:v>2020-12</c:v>
                  </c:pt>
                  <c:pt idx="358">
                    <c:v>2021-01</c:v>
                  </c:pt>
                  <c:pt idx="359">
                    <c:v>2021-02</c:v>
                  </c:pt>
                  <c:pt idx="360">
                    <c:v>2021-03</c:v>
                  </c:pt>
                  <c:pt idx="361">
                    <c:v>2021-04</c:v>
                  </c:pt>
                  <c:pt idx="362">
                    <c:v>2021-05</c:v>
                  </c:pt>
                  <c:pt idx="363">
                    <c:v>2021-06</c:v>
                  </c:pt>
                  <c:pt idx="364">
                    <c:v>2021-07</c:v>
                  </c:pt>
                  <c:pt idx="365">
                    <c:v>2021-08</c:v>
                  </c:pt>
                  <c:pt idx="366">
                    <c:v>2021-09</c:v>
                  </c:pt>
                  <c:pt idx="367">
                    <c:v>2021-10</c:v>
                  </c:pt>
                  <c:pt idx="368">
                    <c:v>2021-11</c:v>
                  </c:pt>
                  <c:pt idx="369">
                    <c:v>2021-12</c:v>
                  </c:pt>
                  <c:pt idx="370">
                    <c:v>2022-01</c:v>
                  </c:pt>
                  <c:pt idx="371">
                    <c:v>2022-02</c:v>
                  </c:pt>
                  <c:pt idx="372">
                    <c:v>2022-03</c:v>
                  </c:pt>
                  <c:pt idx="373">
                    <c:v>2022-04</c:v>
                  </c:pt>
                  <c:pt idx="374">
                    <c:v>2022-05</c:v>
                  </c:pt>
                  <c:pt idx="375">
                    <c:v>2022-06</c:v>
                  </c:pt>
                  <c:pt idx="376">
                    <c:v>2022-07</c:v>
                  </c:pt>
                  <c:pt idx="377">
                    <c:v>2022-08</c:v>
                  </c:pt>
                  <c:pt idx="378">
                    <c:v>2022-09</c:v>
                  </c:pt>
                  <c:pt idx="379">
                    <c:v>2022-10</c:v>
                  </c:pt>
                  <c:pt idx="380">
                    <c:v>2022-11</c:v>
                  </c:pt>
                  <c:pt idx="381">
                    <c:v>2022-12</c:v>
                  </c:pt>
                </c:lvl>
              </c:multiLvlStrCache>
            </c:multiLvlStrRef>
          </c:cat>
          <c:val>
            <c:numRef>
              <c:f>Sheet1!$E$2:$E$383</c:f>
              <c:numCache>
                <c:formatCode>General</c:formatCode>
                <c:ptCount val="382"/>
                <c:pt idx="0">
                  <c:v>96.41</c:v>
                </c:pt>
                <c:pt idx="1">
                  <c:v>97.46</c:v>
                </c:pt>
                <c:pt idx="2">
                  <c:v>99.5</c:v>
                </c:pt>
                <c:pt idx="3">
                  <c:v>93.18</c:v>
                </c:pt>
                <c:pt idx="4">
                  <c:v>97.39</c:v>
                </c:pt>
                <c:pt idx="5">
                  <c:v>96.89</c:v>
                </c:pt>
                <c:pt idx="6">
                  <c:v>99.23</c:v>
                </c:pt>
                <c:pt idx="7">
                  <c:v>100.65</c:v>
                </c:pt>
                <c:pt idx="8">
                  <c:v>96.08</c:v>
                </c:pt>
                <c:pt idx="9">
                  <c:v>102.08</c:v>
                </c:pt>
                <c:pt idx="10">
                  <c:v>100.79</c:v>
                </c:pt>
                <c:pt idx="11">
                  <c:v>98.85</c:v>
                </c:pt>
                <c:pt idx="12">
                  <c:v>94</c:v>
                </c:pt>
                <c:pt idx="13">
                  <c:v>95.12</c:v>
                </c:pt>
                <c:pt idx="14">
                  <c:v>98.71</c:v>
                </c:pt>
                <c:pt idx="15">
                  <c:v>95.2</c:v>
                </c:pt>
                <c:pt idx="16">
                  <c:v>95.23</c:v>
                </c:pt>
                <c:pt idx="17">
                  <c:v>97.33</c:v>
                </c:pt>
                <c:pt idx="18">
                  <c:v>96.27</c:v>
                </c:pt>
                <c:pt idx="19">
                  <c:v>93.47</c:v>
                </c:pt>
                <c:pt idx="20">
                  <c:v>94.95</c:v>
                </c:pt>
                <c:pt idx="21">
                  <c:v>95.85</c:v>
                </c:pt>
                <c:pt idx="22">
                  <c:v>95.66</c:v>
                </c:pt>
                <c:pt idx="23">
                  <c:v>97.75</c:v>
                </c:pt>
                <c:pt idx="24">
                  <c:v>103.23</c:v>
                </c:pt>
                <c:pt idx="25">
                  <c:v>107.82</c:v>
                </c:pt>
                <c:pt idx="26">
                  <c:v>110.53</c:v>
                </c:pt>
                <c:pt idx="27">
                  <c:v>109.01</c:v>
                </c:pt>
                <c:pt idx="28">
                  <c:v>111.07</c:v>
                </c:pt>
                <c:pt idx="29">
                  <c:v>115.99</c:v>
                </c:pt>
                <c:pt idx="30">
                  <c:v>113.64</c:v>
                </c:pt>
                <c:pt idx="31">
                  <c:v>116.6</c:v>
                </c:pt>
                <c:pt idx="32">
                  <c:v>109.82</c:v>
                </c:pt>
                <c:pt idx="33">
                  <c:v>115.01</c:v>
                </c:pt>
                <c:pt idx="34">
                  <c:v>122.41</c:v>
                </c:pt>
                <c:pt idx="35">
                  <c:v>120.64</c:v>
                </c:pt>
                <c:pt idx="36">
                  <c:v>115.24</c:v>
                </c:pt>
                <c:pt idx="37">
                  <c:v>118.62</c:v>
                </c:pt>
                <c:pt idx="38">
                  <c:v>118.74</c:v>
                </c:pt>
                <c:pt idx="39">
                  <c:v>118.22</c:v>
                </c:pt>
                <c:pt idx="40">
                  <c:v>120.27</c:v>
                </c:pt>
                <c:pt idx="41">
                  <c:v>123.56</c:v>
                </c:pt>
                <c:pt idx="42">
                  <c:v>120.52</c:v>
                </c:pt>
                <c:pt idx="43">
                  <c:v>122.6</c:v>
                </c:pt>
                <c:pt idx="44">
                  <c:v>117.56</c:v>
                </c:pt>
                <c:pt idx="45">
                  <c:v>118.89</c:v>
                </c:pt>
                <c:pt idx="46">
                  <c:v>117.18</c:v>
                </c:pt>
                <c:pt idx="47">
                  <c:v>117.16</c:v>
                </c:pt>
                <c:pt idx="48">
                  <c:v>122.44</c:v>
                </c:pt>
                <c:pt idx="49">
                  <c:v>128.04</c:v>
                </c:pt>
                <c:pt idx="50">
                  <c:v>129.15</c:v>
                </c:pt>
                <c:pt idx="51">
                  <c:v>128.31</c:v>
                </c:pt>
                <c:pt idx="52">
                  <c:v>134.8</c:v>
                </c:pt>
                <c:pt idx="53">
                  <c:v>131.07</c:v>
                </c:pt>
                <c:pt idx="54">
                  <c:v>134.45</c:v>
                </c:pt>
                <c:pt idx="55">
                  <c:v>132.57</c:v>
                </c:pt>
                <c:pt idx="56">
                  <c:v>137.24</c:v>
                </c:pt>
                <c:pt idx="57">
                  <c:v>140.81</c:v>
                </c:pt>
                <c:pt idx="58">
                  <c:v>141.85</c:v>
                </c:pt>
                <c:pt idx="59">
                  <c:v>144.54</c:v>
                </c:pt>
                <c:pt idx="60">
                  <c:v>146.12</c:v>
                </c:pt>
                <c:pt idx="61">
                  <c:v>149.77</c:v>
                </c:pt>
                <c:pt idx="62">
                  <c:v>149.15</c:v>
                </c:pt>
                <c:pt idx="63">
                  <c:v>149.52</c:v>
                </c:pt>
                <c:pt idx="64">
                  <c:v>143.14</c:v>
                </c:pt>
                <c:pt idx="65">
                  <c:v>146.83</c:v>
                </c:pt>
                <c:pt idx="66">
                  <c:v>150.98</c:v>
                </c:pt>
                <c:pt idx="67">
                  <c:v>151.92</c:v>
                </c:pt>
                <c:pt idx="68">
                  <c:v>160.18</c:v>
                </c:pt>
                <c:pt idx="69">
                  <c:v>158.36</c:v>
                </c:pt>
                <c:pt idx="70">
                  <c:v>158.01</c:v>
                </c:pt>
                <c:pt idx="71">
                  <c:v>162.13</c:v>
                </c:pt>
                <c:pt idx="72">
                  <c:v>160.53</c:v>
                </c:pt>
                <c:pt idx="73">
                  <c:v>160.93</c:v>
                </c:pt>
                <c:pt idx="74">
                  <c:v>173.37</c:v>
                </c:pt>
                <c:pt idx="75">
                  <c:v>181.05</c:v>
                </c:pt>
                <c:pt idx="76">
                  <c:v>188.3</c:v>
                </c:pt>
                <c:pt idx="77">
                  <c:v>177.42</c:v>
                </c:pt>
                <c:pt idx="78">
                  <c:v>185.28</c:v>
                </c:pt>
                <c:pt idx="79">
                  <c:v>173.52</c:v>
                </c:pt>
                <c:pt idx="80">
                  <c:v>177.65</c:v>
                </c:pt>
                <c:pt idx="81">
                  <c:v>180.19</c:v>
                </c:pt>
                <c:pt idx="82">
                  <c:v>185.47</c:v>
                </c:pt>
                <c:pt idx="83">
                  <c:v>196.06</c:v>
                </c:pt>
                <c:pt idx="84">
                  <c:v>203.96</c:v>
                </c:pt>
                <c:pt idx="85">
                  <c:v>203.55</c:v>
                </c:pt>
                <c:pt idx="86">
                  <c:v>204.71</c:v>
                </c:pt>
                <c:pt idx="87">
                  <c:v>208.13</c:v>
                </c:pt>
                <c:pt idx="88">
                  <c:v>210.66</c:v>
                </c:pt>
                <c:pt idx="89">
                  <c:v>186.34</c:v>
                </c:pt>
                <c:pt idx="90">
                  <c:v>188.18</c:v>
                </c:pt>
                <c:pt idx="91">
                  <c:v>197.21</c:v>
                </c:pt>
                <c:pt idx="92">
                  <c:v>215.1</c:v>
                </c:pt>
                <c:pt idx="93">
                  <c:v>222.04</c:v>
                </c:pt>
                <c:pt idx="94">
                  <c:v>223.83</c:v>
                </c:pt>
                <c:pt idx="95">
                  <c:v>220.39</c:v>
                </c:pt>
                <c:pt idx="96">
                  <c:v>228.32</c:v>
                </c:pt>
                <c:pt idx="97">
                  <c:v>237.72</c:v>
                </c:pt>
                <c:pt idx="98">
                  <c:v>225.92</c:v>
                </c:pt>
                <c:pt idx="99">
                  <c:v>237.16</c:v>
                </c:pt>
                <c:pt idx="100">
                  <c:v>236.84</c:v>
                </c:pt>
                <c:pt idx="101">
                  <c:v>238.99</c:v>
                </c:pt>
                <c:pt idx="102">
                  <c:v>231.67</c:v>
                </c:pt>
                <c:pt idx="103">
                  <c:v>241.6</c:v>
                </c:pt>
                <c:pt idx="104">
                  <c:v>256.73</c:v>
                </c:pt>
                <c:pt idx="105">
                  <c:v>271.45</c:v>
                </c:pt>
                <c:pt idx="106">
                  <c:v>256.42</c:v>
                </c:pt>
                <c:pt idx="107">
                  <c:v>255.63</c:v>
                </c:pt>
                <c:pt idx="108">
                  <c:v>272.77</c:v>
                </c:pt>
                <c:pt idx="109">
                  <c:v>263.24</c:v>
                </c:pt>
                <c:pt idx="110">
                  <c:v>257.09</c:v>
                </c:pt>
                <c:pt idx="111">
                  <c:v>262.53</c:v>
                </c:pt>
                <c:pt idx="112">
                  <c:v>255.44</c:v>
                </c:pt>
                <c:pt idx="113">
                  <c:v>264.18</c:v>
                </c:pt>
                <c:pt idx="114">
                  <c:v>252.19</c:v>
                </c:pt>
                <c:pt idx="115">
                  <c:v>242.41</c:v>
                </c:pt>
                <c:pt idx="116">
                  <c:v>231.96</c:v>
                </c:pt>
                <c:pt idx="117">
                  <c:v>236.07</c:v>
                </c:pt>
                <c:pt idx="118">
                  <c:v>238.95</c:v>
                </c:pt>
                <c:pt idx="119">
                  <c:v>220.79</c:v>
                </c:pt>
                <c:pt idx="120">
                  <c:v>202.77</c:v>
                </c:pt>
                <c:pt idx="121">
                  <c:v>218.64</c:v>
                </c:pt>
                <c:pt idx="122">
                  <c:v>215.3</c:v>
                </c:pt>
                <c:pt idx="123">
                  <c:v>208.8</c:v>
                </c:pt>
                <c:pt idx="124">
                  <c:v>203.4</c:v>
                </c:pt>
                <c:pt idx="125">
                  <c:v>195.66</c:v>
                </c:pt>
                <c:pt idx="126">
                  <c:v>177.88</c:v>
                </c:pt>
                <c:pt idx="127">
                  <c:v>181.23</c:v>
                </c:pt>
                <c:pt idx="128">
                  <c:v>191.76</c:v>
                </c:pt>
                <c:pt idx="129">
                  <c:v>192.76</c:v>
                </c:pt>
                <c:pt idx="130">
                  <c:v>186.61</c:v>
                </c:pt>
                <c:pt idx="131">
                  <c:v>184.19</c:v>
                </c:pt>
                <c:pt idx="132">
                  <c:v>191.54</c:v>
                </c:pt>
                <c:pt idx="133">
                  <c:v>186.01</c:v>
                </c:pt>
                <c:pt idx="134">
                  <c:v>185.84</c:v>
                </c:pt>
                <c:pt idx="135">
                  <c:v>174.73</c:v>
                </c:pt>
                <c:pt idx="136">
                  <c:v>159.55</c:v>
                </c:pt>
                <c:pt idx="137">
                  <c:v>159.72</c:v>
                </c:pt>
                <c:pt idx="138">
                  <c:v>141.78</c:v>
                </c:pt>
                <c:pt idx="139">
                  <c:v>152.21</c:v>
                </c:pt>
                <c:pt idx="140">
                  <c:v>159.59</c:v>
                </c:pt>
                <c:pt idx="141">
                  <c:v>152.27</c:v>
                </c:pt>
                <c:pt idx="142">
                  <c:v>147.64</c:v>
                </c:pt>
                <c:pt idx="143">
                  <c:v>142.47</c:v>
                </c:pt>
                <c:pt idx="144">
                  <c:v>147.31</c:v>
                </c:pt>
                <c:pt idx="145">
                  <c:v>156.36</c:v>
                </c:pt>
                <c:pt idx="146">
                  <c:v>164.89</c:v>
                </c:pt>
                <c:pt idx="147">
                  <c:v>167.58</c:v>
                </c:pt>
                <c:pt idx="148">
                  <c:v>170.62</c:v>
                </c:pt>
                <c:pt idx="149">
                  <c:v>173.9</c:v>
                </c:pt>
                <c:pt idx="150">
                  <c:v>174.88</c:v>
                </c:pt>
                <c:pt idx="151">
                  <c:v>184.88</c:v>
                </c:pt>
                <c:pt idx="152">
                  <c:v>187.61</c:v>
                </c:pt>
                <c:pt idx="153">
                  <c:v>198.94</c:v>
                </c:pt>
                <c:pt idx="154">
                  <c:v>202.48</c:v>
                </c:pt>
                <c:pt idx="155">
                  <c:v>205.76</c:v>
                </c:pt>
                <c:pt idx="156">
                  <c:v>202.29</c:v>
                </c:pt>
                <c:pt idx="157">
                  <c:v>201.44</c:v>
                </c:pt>
                <c:pt idx="158">
                  <c:v>198.5</c:v>
                </c:pt>
                <c:pt idx="159">
                  <c:v>204.38</c:v>
                </c:pt>
                <c:pt idx="160">
                  <c:v>195.6</c:v>
                </c:pt>
                <c:pt idx="161">
                  <c:v>198.42</c:v>
                </c:pt>
                <c:pt idx="162">
                  <c:v>199.96</c:v>
                </c:pt>
                <c:pt idx="163">
                  <c:v>205.28</c:v>
                </c:pt>
                <c:pt idx="164">
                  <c:v>217.68</c:v>
                </c:pt>
                <c:pt idx="165">
                  <c:v>224.02</c:v>
                </c:pt>
                <c:pt idx="166">
                  <c:v>218.66</c:v>
                </c:pt>
                <c:pt idx="167">
                  <c:v>225.83</c:v>
                </c:pt>
                <c:pt idx="168">
                  <c:v>221.06</c:v>
                </c:pt>
                <c:pt idx="169">
                  <c:v>215.74</c:v>
                </c:pt>
                <c:pt idx="170">
                  <c:v>218.79</c:v>
                </c:pt>
                <c:pt idx="171">
                  <c:v>220.71</c:v>
                </c:pt>
                <c:pt idx="172">
                  <c:v>228.13</c:v>
                </c:pt>
                <c:pt idx="173">
                  <c:v>230</c:v>
                </c:pt>
                <c:pt idx="174">
                  <c:v>234.99</c:v>
                </c:pt>
                <c:pt idx="175">
                  <c:v>229.36</c:v>
                </c:pt>
                <c:pt idx="176">
                  <c:v>236.59</c:v>
                </c:pt>
                <c:pt idx="177">
                  <c:v>242.06</c:v>
                </c:pt>
                <c:pt idx="178">
                  <c:v>252.4</c:v>
                </c:pt>
                <c:pt idx="179">
                  <c:v>251.65</c:v>
                </c:pt>
                <c:pt idx="180">
                  <c:v>256.74</c:v>
                </c:pt>
                <c:pt idx="181">
                  <c:v>264.35</c:v>
                </c:pt>
                <c:pt idx="182">
                  <c:v>253.8</c:v>
                </c:pt>
                <c:pt idx="183">
                  <c:v>253.63</c:v>
                </c:pt>
                <c:pt idx="184">
                  <c:v>255.03</c:v>
                </c:pt>
                <c:pt idx="185">
                  <c:v>261.24</c:v>
                </c:pt>
                <c:pt idx="186">
                  <c:v>263.95</c:v>
                </c:pt>
                <c:pt idx="187">
                  <c:v>273.56</c:v>
                </c:pt>
                <c:pt idx="188">
                  <c:v>279.55</c:v>
                </c:pt>
                <c:pt idx="189">
                  <c:v>285.22</c:v>
                </c:pt>
                <c:pt idx="190">
                  <c:v>288.66</c:v>
                </c:pt>
                <c:pt idx="191">
                  <c:v>286.63</c:v>
                </c:pt>
                <c:pt idx="192">
                  <c:v>290.97</c:v>
                </c:pt>
                <c:pt idx="193">
                  <c:v>303.21</c:v>
                </c:pt>
                <c:pt idx="194">
                  <c:v>310.7</c:v>
                </c:pt>
                <c:pt idx="195">
                  <c:v>307.92</c:v>
                </c:pt>
                <c:pt idx="196">
                  <c:v>300.92</c:v>
                </c:pt>
                <c:pt idx="197">
                  <c:v>300.13</c:v>
                </c:pt>
                <c:pt idx="198">
                  <c:v>313.91</c:v>
                </c:pt>
                <c:pt idx="199">
                  <c:v>323.27</c:v>
                </c:pt>
                <c:pt idx="200">
                  <c:v>309.32</c:v>
                </c:pt>
                <c:pt idx="201">
                  <c:v>304.98</c:v>
                </c:pt>
                <c:pt idx="202">
                  <c:v>282.24</c:v>
                </c:pt>
                <c:pt idx="203">
                  <c:v>279.71</c:v>
                </c:pt>
                <c:pt idx="204">
                  <c:v>276.21</c:v>
                </c:pt>
                <c:pt idx="205">
                  <c:v>289.97</c:v>
                </c:pt>
                <c:pt idx="206">
                  <c:v>293.18</c:v>
                </c:pt>
                <c:pt idx="207">
                  <c:v>269.43</c:v>
                </c:pt>
                <c:pt idx="208">
                  <c:v>262.62</c:v>
                </c:pt>
                <c:pt idx="209">
                  <c:v>258.44</c:v>
                </c:pt>
                <c:pt idx="210">
                  <c:v>227.21</c:v>
                </c:pt>
                <c:pt idx="211">
                  <c:v>183.95</c:v>
                </c:pt>
                <c:pt idx="212">
                  <c:v>171.58</c:v>
                </c:pt>
                <c:pt idx="213">
                  <c:v>176.83</c:v>
                </c:pt>
                <c:pt idx="214">
                  <c:v>161.18</c:v>
                </c:pt>
                <c:pt idx="215">
                  <c:v>144.29</c:v>
                </c:pt>
                <c:pt idx="216">
                  <c:v>154.73</c:v>
                </c:pt>
                <c:pt idx="217">
                  <c:v>171.6</c:v>
                </c:pt>
                <c:pt idx="218">
                  <c:v>186.4</c:v>
                </c:pt>
                <c:pt idx="219">
                  <c:v>185.24</c:v>
                </c:pt>
                <c:pt idx="220">
                  <c:v>200.77</c:v>
                </c:pt>
                <c:pt idx="221">
                  <c:v>208.61</c:v>
                </c:pt>
                <c:pt idx="222">
                  <c:v>216.56</c:v>
                </c:pt>
                <c:pt idx="223">
                  <c:v>212.57</c:v>
                </c:pt>
                <c:pt idx="224">
                  <c:v>220.73</c:v>
                </c:pt>
                <c:pt idx="225">
                  <c:v>224.54</c:v>
                </c:pt>
                <c:pt idx="226">
                  <c:v>215.12</c:v>
                </c:pt>
                <c:pt idx="227">
                  <c:v>217.77</c:v>
                </c:pt>
                <c:pt idx="228">
                  <c:v>230.69</c:v>
                </c:pt>
                <c:pt idx="229">
                  <c:v>230.32</c:v>
                </c:pt>
                <c:pt idx="230">
                  <c:v>207.59</c:v>
                </c:pt>
                <c:pt idx="231">
                  <c:v>200.1</c:v>
                </c:pt>
                <c:pt idx="232">
                  <c:v>216.14</c:v>
                </c:pt>
                <c:pt idx="233">
                  <c:v>207.67</c:v>
                </c:pt>
                <c:pt idx="234">
                  <c:v>226.59</c:v>
                </c:pt>
                <c:pt idx="235">
                  <c:v>234.86</c:v>
                </c:pt>
                <c:pt idx="236">
                  <c:v>229.25</c:v>
                </c:pt>
                <c:pt idx="237">
                  <c:v>245.98</c:v>
                </c:pt>
                <c:pt idx="238">
                  <c:v>251.36</c:v>
                </c:pt>
                <c:pt idx="239">
                  <c:v>259.92</c:v>
                </c:pt>
                <c:pt idx="240">
                  <c:v>256.51</c:v>
                </c:pt>
                <c:pt idx="241">
                  <c:v>266.83</c:v>
                </c:pt>
                <c:pt idx="242">
                  <c:v>260.3</c:v>
                </c:pt>
                <c:pt idx="243">
                  <c:v>255.8</c:v>
                </c:pt>
                <c:pt idx="244">
                  <c:v>250.98</c:v>
                </c:pt>
                <c:pt idx="245">
                  <c:v>232.74</c:v>
                </c:pt>
                <c:pt idx="246">
                  <c:v>212.16</c:v>
                </c:pt>
                <c:pt idx="247">
                  <c:v>233.92</c:v>
                </c:pt>
                <c:pt idx="248">
                  <c:v>227.71</c:v>
                </c:pt>
                <c:pt idx="249">
                  <c:v>227.25</c:v>
                </c:pt>
                <c:pt idx="250">
                  <c:v>238.39</c:v>
                </c:pt>
                <c:pt idx="251">
                  <c:v>249</c:v>
                </c:pt>
                <c:pt idx="252">
                  <c:v>252.11</c:v>
                </c:pt>
                <c:pt idx="253">
                  <c:v>248.65</c:v>
                </c:pt>
                <c:pt idx="254">
                  <c:v>226.29</c:v>
                </c:pt>
                <c:pt idx="255">
                  <c:v>237.45</c:v>
                </c:pt>
                <c:pt idx="256">
                  <c:v>240.32</c:v>
                </c:pt>
                <c:pt idx="257">
                  <c:v>245.81</c:v>
                </c:pt>
                <c:pt idx="258">
                  <c:v>252.02</c:v>
                </c:pt>
                <c:pt idx="259">
                  <c:v>250.1</c:v>
                </c:pt>
                <c:pt idx="260">
                  <c:v>252.79</c:v>
                </c:pt>
                <c:pt idx="261">
                  <c:v>257.21</c:v>
                </c:pt>
                <c:pt idx="262">
                  <c:v>270.08</c:v>
                </c:pt>
                <c:pt idx="263">
                  <c:v>270.02</c:v>
                </c:pt>
                <c:pt idx="264">
                  <c:v>275.67</c:v>
                </c:pt>
                <c:pt idx="265">
                  <c:v>283.65</c:v>
                </c:pt>
                <c:pt idx="266">
                  <c:v>282.84</c:v>
                </c:pt>
                <c:pt idx="267">
                  <c:v>275.48</c:v>
                </c:pt>
                <c:pt idx="268">
                  <c:v>289.76</c:v>
                </c:pt>
                <c:pt idx="269">
                  <c:v>282.99</c:v>
                </c:pt>
                <c:pt idx="270">
                  <c:v>296.64</c:v>
                </c:pt>
                <c:pt idx="271">
                  <c:v>308.01</c:v>
                </c:pt>
                <c:pt idx="272">
                  <c:v>312.91</c:v>
                </c:pt>
                <c:pt idx="273">
                  <c:v>319.2</c:v>
                </c:pt>
                <c:pt idx="274">
                  <c:v>307.17</c:v>
                </c:pt>
                <c:pt idx="275">
                  <c:v>321.94</c:v>
                </c:pt>
                <c:pt idx="276">
                  <c:v>321.66</c:v>
                </c:pt>
                <c:pt idx="277">
                  <c:v>324.31</c:v>
                </c:pt>
                <c:pt idx="278">
                  <c:v>329.59</c:v>
                </c:pt>
                <c:pt idx="279">
                  <c:v>335.01</c:v>
                </c:pt>
                <c:pt idx="280">
                  <c:v>329.42</c:v>
                </c:pt>
                <c:pt idx="281">
                  <c:v>336.03</c:v>
                </c:pt>
                <c:pt idx="282">
                  <c:v>326.36</c:v>
                </c:pt>
                <c:pt idx="283">
                  <c:v>328.23</c:v>
                </c:pt>
                <c:pt idx="284">
                  <c:v>334.26</c:v>
                </c:pt>
                <c:pt idx="285">
                  <c:v>328.54</c:v>
                </c:pt>
                <c:pt idx="286">
                  <c:v>322.35</c:v>
                </c:pt>
                <c:pt idx="287">
                  <c:v>340.68</c:v>
                </c:pt>
                <c:pt idx="288">
                  <c:v>334.51</c:v>
                </c:pt>
                <c:pt idx="289">
                  <c:v>341.74</c:v>
                </c:pt>
                <c:pt idx="290">
                  <c:v>341.91</c:v>
                </c:pt>
                <c:pt idx="291">
                  <c:v>333.51</c:v>
                </c:pt>
                <c:pt idx="292">
                  <c:v>339.28</c:v>
                </c:pt>
                <c:pt idx="293">
                  <c:v>316.18</c:v>
                </c:pt>
                <c:pt idx="294">
                  <c:v>303.98</c:v>
                </c:pt>
                <c:pt idx="295">
                  <c:v>327.79</c:v>
                </c:pt>
                <c:pt idx="296">
                  <c:v>325.6</c:v>
                </c:pt>
                <c:pt idx="297">
                  <c:v>319.52</c:v>
                </c:pt>
                <c:pt idx="298">
                  <c:v>300.19</c:v>
                </c:pt>
                <c:pt idx="299">
                  <c:v>297.31</c:v>
                </c:pt>
                <c:pt idx="300">
                  <c:v>316.7</c:v>
                </c:pt>
                <c:pt idx="301">
                  <c:v>321.06</c:v>
                </c:pt>
                <c:pt idx="302">
                  <c:v>321.79</c:v>
                </c:pt>
                <c:pt idx="303">
                  <c:v>317.68</c:v>
                </c:pt>
                <c:pt idx="304">
                  <c:v>330.86</c:v>
                </c:pt>
                <c:pt idx="305">
                  <c:v>330.42</c:v>
                </c:pt>
                <c:pt idx="306">
                  <c:v>331.61</c:v>
                </c:pt>
                <c:pt idx="307">
                  <c:v>324.92</c:v>
                </c:pt>
                <c:pt idx="308">
                  <c:v>329</c:v>
                </c:pt>
                <c:pt idx="309">
                  <c:v>336.51</c:v>
                </c:pt>
                <c:pt idx="310">
                  <c:v>344.43</c:v>
                </c:pt>
                <c:pt idx="311">
                  <c:v>353.32</c:v>
                </c:pt>
                <c:pt idx="312">
                  <c:v>356.21</c:v>
                </c:pt>
                <c:pt idx="313">
                  <c:v>360.93</c:v>
                </c:pt>
                <c:pt idx="314">
                  <c:v>367.35</c:v>
                </c:pt>
                <c:pt idx="315">
                  <c:v>368.26</c:v>
                </c:pt>
                <c:pt idx="316">
                  <c:v>376.84</c:v>
                </c:pt>
                <c:pt idx="317">
                  <c:v>376.58</c:v>
                </c:pt>
                <c:pt idx="318">
                  <c:v>384.44</c:v>
                </c:pt>
                <c:pt idx="319">
                  <c:v>391.39</c:v>
                </c:pt>
                <c:pt idx="320">
                  <c:v>399.19</c:v>
                </c:pt>
                <c:pt idx="321">
                  <c:v>404.21</c:v>
                </c:pt>
                <c:pt idx="322">
                  <c:v>425.29</c:v>
                </c:pt>
                <c:pt idx="323">
                  <c:v>406.99</c:v>
                </c:pt>
                <c:pt idx="324">
                  <c:v>396.91</c:v>
                </c:pt>
                <c:pt idx="325">
                  <c:v>400.94</c:v>
                </c:pt>
                <c:pt idx="326">
                  <c:v>402.17</c:v>
                </c:pt>
                <c:pt idx="327">
                  <c:v>401.48</c:v>
                </c:pt>
                <c:pt idx="328">
                  <c:v>413.74</c:v>
                </c:pt>
                <c:pt idx="329">
                  <c:v>418.04</c:v>
                </c:pt>
                <c:pt idx="330">
                  <c:v>419.68</c:v>
                </c:pt>
                <c:pt idx="331">
                  <c:v>388.55</c:v>
                </c:pt>
                <c:pt idx="332">
                  <c:v>392.28</c:v>
                </c:pt>
                <c:pt idx="333">
                  <c:v>362.01</c:v>
                </c:pt>
                <c:pt idx="334">
                  <c:v>389.8</c:v>
                </c:pt>
                <c:pt idx="335">
                  <c:v>400.81</c:v>
                </c:pt>
                <c:pt idx="336">
                  <c:v>405.02</c:v>
                </c:pt>
                <c:pt idx="337">
                  <c:v>418.66</c:v>
                </c:pt>
                <c:pt idx="338">
                  <c:v>393.22</c:v>
                </c:pt>
                <c:pt idx="339">
                  <c:v>418.6</c:v>
                </c:pt>
                <c:pt idx="340">
                  <c:v>420.37</c:v>
                </c:pt>
                <c:pt idx="341">
                  <c:v>410.93</c:v>
                </c:pt>
                <c:pt idx="342">
                  <c:v>418.91</c:v>
                </c:pt>
                <c:pt idx="343">
                  <c:v>429.19</c:v>
                </c:pt>
                <c:pt idx="344">
                  <c:v>440.49</c:v>
                </c:pt>
                <c:pt idx="345">
                  <c:v>453.21</c:v>
                </c:pt>
                <c:pt idx="346">
                  <c:v>450.12</c:v>
                </c:pt>
                <c:pt idx="347">
                  <c:v>411.43</c:v>
                </c:pt>
                <c:pt idx="348">
                  <c:v>356.01</c:v>
                </c:pt>
                <c:pt idx="349">
                  <c:v>394.48</c:v>
                </c:pt>
                <c:pt idx="350">
                  <c:v>412.74</c:v>
                </c:pt>
                <c:pt idx="351">
                  <c:v>423.1</c:v>
                </c:pt>
                <c:pt idx="352">
                  <c:v>442.93</c:v>
                </c:pt>
                <c:pt idx="353">
                  <c:v>471.85</c:v>
                </c:pt>
                <c:pt idx="354">
                  <c:v>454.9</c:v>
                </c:pt>
                <c:pt idx="355">
                  <c:v>440.6</c:v>
                </c:pt>
                <c:pt idx="356">
                  <c:v>496.37</c:v>
                </c:pt>
                <c:pt idx="357">
                  <c:v>516.91</c:v>
                </c:pt>
                <c:pt idx="358">
                  <c:v>511.47</c:v>
                </c:pt>
                <c:pt idx="359">
                  <c:v>524</c:v>
                </c:pt>
                <c:pt idx="360">
                  <c:v>540.3</c:v>
                </c:pt>
                <c:pt idx="361">
                  <c:v>564.72</c:v>
                </c:pt>
                <c:pt idx="362">
                  <c:v>572.5</c:v>
                </c:pt>
                <c:pt idx="363">
                  <c:v>579.78</c:v>
                </c:pt>
                <c:pt idx="364">
                  <c:v>589.8</c:v>
                </c:pt>
                <c:pt idx="365">
                  <c:v>603.65</c:v>
                </c:pt>
                <c:pt idx="366">
                  <c:v>577.75</c:v>
                </c:pt>
                <c:pt idx="367">
                  <c:v>610.05</c:v>
                </c:pt>
                <c:pt idx="368">
                  <c:v>596.04</c:v>
                </c:pt>
                <c:pt idx="369">
                  <c:v>621</c:v>
                </c:pt>
                <c:pt idx="370">
                  <c:v>587.84</c:v>
                </c:pt>
                <c:pt idx="371">
                  <c:v>572.25</c:v>
                </c:pt>
                <c:pt idx="372">
                  <c:v>586.68</c:v>
                </c:pt>
                <c:pt idx="373">
                  <c:v>537.2</c:v>
                </c:pt>
                <c:pt idx="374">
                  <c:v>536.32</c:v>
                </c:pt>
                <c:pt idx="375">
                  <c:v>489.28</c:v>
                </c:pt>
                <c:pt idx="376">
                  <c:v>527.75</c:v>
                </c:pt>
                <c:pt idx="377">
                  <c:v>504.86</c:v>
                </c:pt>
                <c:pt idx="378">
                  <c:v>457.09</c:v>
                </c:pt>
                <c:pt idx="379">
                  <c:v>489.57</c:v>
                </c:pt>
                <c:pt idx="380">
                  <c:v>522.85</c:v>
                </c:pt>
                <c:pt idx="381">
                  <c:v>500.13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8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F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base1x</c:v>
                </c:pt>
              </c:strCache>
            </c:strRef>
          </c:tx>
          <c:spPr>
            <a:solidFill>
              <a:srgbClr val="0E8F8A"/>
            </a:solidFill>
            <a:ln w="28575" cap="flat">
              <a:solidFill>
                <a:srgbClr val="0E8F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8F8A"/>
              </a:solidFill>
              <a:ln w="9525" cap="flat">
                <a:solidFill>
                  <a:srgbClr val="0E8F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Sheet1!$A$2:$A$383</c:f>
              <c:multiLvlStrCache>
                <c:ptCount val="382"/>
                <c:lvl>
                  <c:pt idx="0">
                    <c:v>1991-03</c:v>
                  </c:pt>
                  <c:pt idx="1">
                    <c:v>1991-04</c:v>
                  </c:pt>
                  <c:pt idx="2">
                    <c:v>1991-05</c:v>
                  </c:pt>
                  <c:pt idx="3">
                    <c:v>1991-06</c:v>
                  </c:pt>
                  <c:pt idx="4">
                    <c:v>1991-07</c:v>
                  </c:pt>
                  <c:pt idx="5">
                    <c:v>1991-08</c:v>
                  </c:pt>
                  <c:pt idx="6">
                    <c:v>1991-09</c:v>
                  </c:pt>
                  <c:pt idx="7">
                    <c:v>1991-10</c:v>
                  </c:pt>
                  <c:pt idx="8">
                    <c:v>1991-11</c:v>
                  </c:pt>
                  <c:pt idx="9">
                    <c:v>1991-12</c:v>
                  </c:pt>
                  <c:pt idx="10">
                    <c:v>1992-01</c:v>
                  </c:pt>
                  <c:pt idx="11">
                    <c:v>1992-02</c:v>
                  </c:pt>
                  <c:pt idx="12">
                    <c:v>1992-03</c:v>
                  </c:pt>
                  <c:pt idx="13">
                    <c:v>1992-04</c:v>
                  </c:pt>
                  <c:pt idx="14">
                    <c:v>1992-05</c:v>
                  </c:pt>
                  <c:pt idx="15">
                    <c:v>1992-06</c:v>
                  </c:pt>
                  <c:pt idx="16">
                    <c:v>1992-07</c:v>
                  </c:pt>
                  <c:pt idx="17">
                    <c:v>1992-08</c:v>
                  </c:pt>
                  <c:pt idx="18">
                    <c:v>1992-09</c:v>
                  </c:pt>
                  <c:pt idx="19">
                    <c:v>1992-10</c:v>
                  </c:pt>
                  <c:pt idx="20">
                    <c:v>1992-11</c:v>
                  </c:pt>
                  <c:pt idx="21">
                    <c:v>1992-12</c:v>
                  </c:pt>
                  <c:pt idx="22">
                    <c:v>1993-01</c:v>
                  </c:pt>
                  <c:pt idx="23">
                    <c:v>1993-02</c:v>
                  </c:pt>
                  <c:pt idx="24">
                    <c:v>1993-03</c:v>
                  </c:pt>
                  <c:pt idx="25">
                    <c:v>1993-04</c:v>
                  </c:pt>
                  <c:pt idx="26">
                    <c:v>1993-05</c:v>
                  </c:pt>
                  <c:pt idx="27">
                    <c:v>1993-06</c:v>
                  </c:pt>
                  <c:pt idx="28">
                    <c:v>1993-07</c:v>
                  </c:pt>
                  <c:pt idx="29">
                    <c:v>1993-08</c:v>
                  </c:pt>
                  <c:pt idx="30">
                    <c:v>1993-09</c:v>
                  </c:pt>
                  <c:pt idx="31">
                    <c:v>1993-10</c:v>
                  </c:pt>
                  <c:pt idx="32">
                    <c:v>1993-11</c:v>
                  </c:pt>
                  <c:pt idx="33">
                    <c:v>1993-12</c:v>
                  </c:pt>
                  <c:pt idx="34">
                    <c:v>1994-01</c:v>
                  </c:pt>
                  <c:pt idx="35">
                    <c:v>1994-02</c:v>
                  </c:pt>
                  <c:pt idx="36">
                    <c:v>1994-03</c:v>
                  </c:pt>
                  <c:pt idx="37">
                    <c:v>1994-04</c:v>
                  </c:pt>
                  <c:pt idx="38">
                    <c:v>1994-05</c:v>
                  </c:pt>
                  <c:pt idx="39">
                    <c:v>1994-06</c:v>
                  </c:pt>
                  <c:pt idx="40">
                    <c:v>1994-07</c:v>
                  </c:pt>
                  <c:pt idx="41">
                    <c:v>1994-08</c:v>
                  </c:pt>
                  <c:pt idx="42">
                    <c:v>1994-09</c:v>
                  </c:pt>
                  <c:pt idx="43">
                    <c:v>1994-10</c:v>
                  </c:pt>
                  <c:pt idx="44">
                    <c:v>1994-11</c:v>
                  </c:pt>
                  <c:pt idx="45">
                    <c:v>1994-12</c:v>
                  </c:pt>
                  <c:pt idx="46">
                    <c:v>1995-01</c:v>
                  </c:pt>
                  <c:pt idx="47">
                    <c:v>1995-02</c:v>
                  </c:pt>
                  <c:pt idx="48">
                    <c:v>1995-03</c:v>
                  </c:pt>
                  <c:pt idx="49">
                    <c:v>1995-04</c:v>
                  </c:pt>
                  <c:pt idx="50">
                    <c:v>1995-05</c:v>
                  </c:pt>
                  <c:pt idx="51">
                    <c:v>1995-06</c:v>
                  </c:pt>
                  <c:pt idx="52">
                    <c:v>1995-07</c:v>
                  </c:pt>
                  <c:pt idx="53">
                    <c:v>1995-08</c:v>
                  </c:pt>
                  <c:pt idx="54">
                    <c:v>1995-09</c:v>
                  </c:pt>
                  <c:pt idx="55">
                    <c:v>1995-10</c:v>
                  </c:pt>
                  <c:pt idx="56">
                    <c:v>1995-11</c:v>
                  </c:pt>
                  <c:pt idx="57">
                    <c:v>1995-12</c:v>
                  </c:pt>
                  <c:pt idx="58">
                    <c:v>1996-01</c:v>
                  </c:pt>
                  <c:pt idx="59">
                    <c:v>1996-02</c:v>
                  </c:pt>
                  <c:pt idx="60">
                    <c:v>1996-03</c:v>
                  </c:pt>
                  <c:pt idx="61">
                    <c:v>1996-04</c:v>
                  </c:pt>
                  <c:pt idx="62">
                    <c:v>1996-05</c:v>
                  </c:pt>
                  <c:pt idx="63">
                    <c:v>1996-06</c:v>
                  </c:pt>
                  <c:pt idx="64">
                    <c:v>1996-07</c:v>
                  </c:pt>
                  <c:pt idx="65">
                    <c:v>1996-08</c:v>
                  </c:pt>
                  <c:pt idx="66">
                    <c:v>1996-09</c:v>
                  </c:pt>
                  <c:pt idx="67">
                    <c:v>1996-10</c:v>
                  </c:pt>
                  <c:pt idx="68">
                    <c:v>1996-11</c:v>
                  </c:pt>
                  <c:pt idx="69">
                    <c:v>1996-12</c:v>
                  </c:pt>
                  <c:pt idx="70">
                    <c:v>1997-01</c:v>
                  </c:pt>
                  <c:pt idx="71">
                    <c:v>1997-02</c:v>
                  </c:pt>
                  <c:pt idx="72">
                    <c:v>1997-03</c:v>
                  </c:pt>
                  <c:pt idx="73">
                    <c:v>1997-04</c:v>
                  </c:pt>
                  <c:pt idx="74">
                    <c:v>1997-05</c:v>
                  </c:pt>
                  <c:pt idx="75">
                    <c:v>1997-06</c:v>
                  </c:pt>
                  <c:pt idx="76">
                    <c:v>1997-07</c:v>
                  </c:pt>
                  <c:pt idx="77">
                    <c:v>1997-08</c:v>
                  </c:pt>
                  <c:pt idx="78">
                    <c:v>1997-09</c:v>
                  </c:pt>
                  <c:pt idx="79">
                    <c:v>1997-10</c:v>
                  </c:pt>
                  <c:pt idx="80">
                    <c:v>1997-11</c:v>
                  </c:pt>
                  <c:pt idx="81">
                    <c:v>1997-12</c:v>
                  </c:pt>
                  <c:pt idx="82">
                    <c:v>1998-01</c:v>
                  </c:pt>
                  <c:pt idx="83">
                    <c:v>1998-02</c:v>
                  </c:pt>
                  <c:pt idx="84">
                    <c:v>1998-03</c:v>
                  </c:pt>
                  <c:pt idx="85">
                    <c:v>1998-04</c:v>
                  </c:pt>
                  <c:pt idx="86">
                    <c:v>1998-05</c:v>
                  </c:pt>
                  <c:pt idx="87">
                    <c:v>1998-06</c:v>
                  </c:pt>
                  <c:pt idx="88">
                    <c:v>1998-07</c:v>
                  </c:pt>
                  <c:pt idx="89">
                    <c:v>1998-08</c:v>
                  </c:pt>
                  <c:pt idx="90">
                    <c:v>1998-09</c:v>
                  </c:pt>
                  <c:pt idx="91">
                    <c:v>1998-10</c:v>
                  </c:pt>
                  <c:pt idx="92">
                    <c:v>1998-11</c:v>
                  </c:pt>
                  <c:pt idx="93">
                    <c:v>1998-12</c:v>
                  </c:pt>
                  <c:pt idx="94">
                    <c:v>1999-01</c:v>
                  </c:pt>
                  <c:pt idx="95">
                    <c:v>1999-02</c:v>
                  </c:pt>
                  <c:pt idx="96">
                    <c:v>1999-03</c:v>
                  </c:pt>
                  <c:pt idx="97">
                    <c:v>1999-04</c:v>
                  </c:pt>
                  <c:pt idx="98">
                    <c:v>1999-05</c:v>
                  </c:pt>
                  <c:pt idx="99">
                    <c:v>1999-06</c:v>
                  </c:pt>
                  <c:pt idx="100">
                    <c:v>1999-07</c:v>
                  </c:pt>
                  <c:pt idx="101">
                    <c:v>1999-08</c:v>
                  </c:pt>
                  <c:pt idx="102">
                    <c:v>1999-09</c:v>
                  </c:pt>
                  <c:pt idx="103">
                    <c:v>1999-10</c:v>
                  </c:pt>
                  <c:pt idx="104">
                    <c:v>1999-11</c:v>
                  </c:pt>
                  <c:pt idx="105">
                    <c:v>1999-12</c:v>
                  </c:pt>
                  <c:pt idx="106">
                    <c:v>2000-01</c:v>
                  </c:pt>
                  <c:pt idx="107">
                    <c:v>2000-02</c:v>
                  </c:pt>
                  <c:pt idx="108">
                    <c:v>2000-03</c:v>
                  </c:pt>
                  <c:pt idx="109">
                    <c:v>2000-04</c:v>
                  </c:pt>
                  <c:pt idx="110">
                    <c:v>2000-05</c:v>
                  </c:pt>
                  <c:pt idx="111">
                    <c:v>2000-06</c:v>
                  </c:pt>
                  <c:pt idx="112">
                    <c:v>2000-07</c:v>
                  </c:pt>
                  <c:pt idx="113">
                    <c:v>2000-08</c:v>
                  </c:pt>
                  <c:pt idx="114">
                    <c:v>2000-09</c:v>
                  </c:pt>
                  <c:pt idx="115">
                    <c:v>2000-10</c:v>
                  </c:pt>
                  <c:pt idx="116">
                    <c:v>2000-11</c:v>
                  </c:pt>
                  <c:pt idx="117">
                    <c:v>2000-12</c:v>
                  </c:pt>
                  <c:pt idx="118">
                    <c:v>2001-01</c:v>
                  </c:pt>
                  <c:pt idx="119">
                    <c:v>2001-02</c:v>
                  </c:pt>
                  <c:pt idx="120">
                    <c:v>2001-03</c:v>
                  </c:pt>
                  <c:pt idx="121">
                    <c:v>2001-04</c:v>
                  </c:pt>
                  <c:pt idx="122">
                    <c:v>2001-05</c:v>
                  </c:pt>
                  <c:pt idx="123">
                    <c:v>2001-06</c:v>
                  </c:pt>
                  <c:pt idx="124">
                    <c:v>2001-07</c:v>
                  </c:pt>
                  <c:pt idx="125">
                    <c:v>2001-08</c:v>
                  </c:pt>
                  <c:pt idx="126">
                    <c:v>2001-09</c:v>
                  </c:pt>
                  <c:pt idx="127">
                    <c:v>2001-10</c:v>
                  </c:pt>
                  <c:pt idx="128">
                    <c:v>2001-11</c:v>
                  </c:pt>
                  <c:pt idx="129">
                    <c:v>2001-12</c:v>
                  </c:pt>
                  <c:pt idx="130">
                    <c:v>2002-01</c:v>
                  </c:pt>
                  <c:pt idx="131">
                    <c:v>2002-02</c:v>
                  </c:pt>
                  <c:pt idx="132">
                    <c:v>2002-03</c:v>
                  </c:pt>
                  <c:pt idx="133">
                    <c:v>2002-04</c:v>
                  </c:pt>
                  <c:pt idx="134">
                    <c:v>2002-05</c:v>
                  </c:pt>
                  <c:pt idx="135">
                    <c:v>2002-06</c:v>
                  </c:pt>
                  <c:pt idx="136">
                    <c:v>2002-07</c:v>
                  </c:pt>
                  <c:pt idx="137">
                    <c:v>2002-08</c:v>
                  </c:pt>
                  <c:pt idx="138">
                    <c:v>2002-09</c:v>
                  </c:pt>
                  <c:pt idx="139">
                    <c:v>2002-10</c:v>
                  </c:pt>
                  <c:pt idx="140">
                    <c:v>2002-11</c:v>
                  </c:pt>
                  <c:pt idx="141">
                    <c:v>2002-12</c:v>
                  </c:pt>
                  <c:pt idx="142">
                    <c:v>2003-01</c:v>
                  </c:pt>
                  <c:pt idx="143">
                    <c:v>2003-02</c:v>
                  </c:pt>
                  <c:pt idx="144">
                    <c:v>2003-03</c:v>
                  </c:pt>
                  <c:pt idx="145">
                    <c:v>2003-04</c:v>
                  </c:pt>
                  <c:pt idx="146">
                    <c:v>2003-05</c:v>
                  </c:pt>
                  <c:pt idx="147">
                    <c:v>2003-06</c:v>
                  </c:pt>
                  <c:pt idx="148">
                    <c:v>2003-07</c:v>
                  </c:pt>
                  <c:pt idx="149">
                    <c:v>2003-08</c:v>
                  </c:pt>
                  <c:pt idx="150">
                    <c:v>2003-09</c:v>
                  </c:pt>
                  <c:pt idx="151">
                    <c:v>2003-10</c:v>
                  </c:pt>
                  <c:pt idx="152">
                    <c:v>2003-11</c:v>
                  </c:pt>
                  <c:pt idx="153">
                    <c:v>2003-12</c:v>
                  </c:pt>
                  <c:pt idx="154">
                    <c:v>2004-01</c:v>
                  </c:pt>
                  <c:pt idx="155">
                    <c:v>2004-02</c:v>
                  </c:pt>
                  <c:pt idx="156">
                    <c:v>2004-03</c:v>
                  </c:pt>
                  <c:pt idx="157">
                    <c:v>2004-04</c:v>
                  </c:pt>
                  <c:pt idx="158">
                    <c:v>2004-05</c:v>
                  </c:pt>
                  <c:pt idx="159">
                    <c:v>2004-06</c:v>
                  </c:pt>
                  <c:pt idx="160">
                    <c:v>2004-07</c:v>
                  </c:pt>
                  <c:pt idx="161">
                    <c:v>2004-08</c:v>
                  </c:pt>
                  <c:pt idx="162">
                    <c:v>2004-09</c:v>
                  </c:pt>
                  <c:pt idx="163">
                    <c:v>2004-10</c:v>
                  </c:pt>
                  <c:pt idx="164">
                    <c:v>2004-11</c:v>
                  </c:pt>
                  <c:pt idx="165">
                    <c:v>2004-12</c:v>
                  </c:pt>
                  <c:pt idx="166">
                    <c:v>2005-01</c:v>
                  </c:pt>
                  <c:pt idx="167">
                    <c:v>2005-02</c:v>
                  </c:pt>
                  <c:pt idx="168">
                    <c:v>2005-03</c:v>
                  </c:pt>
                  <c:pt idx="169">
                    <c:v>2005-04</c:v>
                  </c:pt>
                  <c:pt idx="170">
                    <c:v>2005-05</c:v>
                  </c:pt>
                  <c:pt idx="171">
                    <c:v>2005-06</c:v>
                  </c:pt>
                  <c:pt idx="172">
                    <c:v>2005-07</c:v>
                  </c:pt>
                  <c:pt idx="173">
                    <c:v>2005-08</c:v>
                  </c:pt>
                  <c:pt idx="174">
                    <c:v>2005-09</c:v>
                  </c:pt>
                  <c:pt idx="175">
                    <c:v>2005-10</c:v>
                  </c:pt>
                  <c:pt idx="176">
                    <c:v>2005-11</c:v>
                  </c:pt>
                  <c:pt idx="177">
                    <c:v>2005-12</c:v>
                  </c:pt>
                  <c:pt idx="178">
                    <c:v>2006-01</c:v>
                  </c:pt>
                  <c:pt idx="179">
                    <c:v>2006-02</c:v>
                  </c:pt>
                  <c:pt idx="180">
                    <c:v>2006-03</c:v>
                  </c:pt>
                  <c:pt idx="181">
                    <c:v>2006-04</c:v>
                  </c:pt>
                  <c:pt idx="182">
                    <c:v>2006-05</c:v>
                  </c:pt>
                  <c:pt idx="183">
                    <c:v>2006-06</c:v>
                  </c:pt>
                  <c:pt idx="184">
                    <c:v>2006-07</c:v>
                  </c:pt>
                  <c:pt idx="185">
                    <c:v>2006-08</c:v>
                  </c:pt>
                  <c:pt idx="186">
                    <c:v>2006-09</c:v>
                  </c:pt>
                  <c:pt idx="187">
                    <c:v>2006-10</c:v>
                  </c:pt>
                  <c:pt idx="188">
                    <c:v>2006-11</c:v>
                  </c:pt>
                  <c:pt idx="189">
                    <c:v>2006-12</c:v>
                  </c:pt>
                  <c:pt idx="190">
                    <c:v>2007-01</c:v>
                  </c:pt>
                  <c:pt idx="191">
                    <c:v>2007-02</c:v>
                  </c:pt>
                  <c:pt idx="192">
                    <c:v>2007-03</c:v>
                  </c:pt>
                  <c:pt idx="193">
                    <c:v>2007-04</c:v>
                  </c:pt>
                  <c:pt idx="194">
                    <c:v>2007-05</c:v>
                  </c:pt>
                  <c:pt idx="195">
                    <c:v>2007-06</c:v>
                  </c:pt>
                  <c:pt idx="196">
                    <c:v>2007-07</c:v>
                  </c:pt>
                  <c:pt idx="197">
                    <c:v>2007-08</c:v>
                  </c:pt>
                  <c:pt idx="198">
                    <c:v>2007-09</c:v>
                  </c:pt>
                  <c:pt idx="199">
                    <c:v>2007-10</c:v>
                  </c:pt>
                  <c:pt idx="200">
                    <c:v>2007-11</c:v>
                  </c:pt>
                  <c:pt idx="201">
                    <c:v>2007-12</c:v>
                  </c:pt>
                  <c:pt idx="202">
                    <c:v>2008-01</c:v>
                  </c:pt>
                  <c:pt idx="203">
                    <c:v>2008-02</c:v>
                  </c:pt>
                  <c:pt idx="204">
                    <c:v>2008-03</c:v>
                  </c:pt>
                  <c:pt idx="205">
                    <c:v>2008-04</c:v>
                  </c:pt>
                  <c:pt idx="206">
                    <c:v>2008-05</c:v>
                  </c:pt>
                  <c:pt idx="207">
                    <c:v>2008-06</c:v>
                  </c:pt>
                  <c:pt idx="208">
                    <c:v>2008-07</c:v>
                  </c:pt>
                  <c:pt idx="209">
                    <c:v>2008-08</c:v>
                  </c:pt>
                  <c:pt idx="210">
                    <c:v>2008-09</c:v>
                  </c:pt>
                  <c:pt idx="211">
                    <c:v>2008-10</c:v>
                  </c:pt>
                  <c:pt idx="212">
                    <c:v>2008-11</c:v>
                  </c:pt>
                  <c:pt idx="213">
                    <c:v>2008-12</c:v>
                  </c:pt>
                  <c:pt idx="214">
                    <c:v>2009-01</c:v>
                  </c:pt>
                  <c:pt idx="215">
                    <c:v>2009-02</c:v>
                  </c:pt>
                  <c:pt idx="216">
                    <c:v>2009-03</c:v>
                  </c:pt>
                  <c:pt idx="217">
                    <c:v>2009-04</c:v>
                  </c:pt>
                  <c:pt idx="218">
                    <c:v>2009-05</c:v>
                  </c:pt>
                  <c:pt idx="219">
                    <c:v>2009-06</c:v>
                  </c:pt>
                  <c:pt idx="220">
                    <c:v>2009-07</c:v>
                  </c:pt>
                  <c:pt idx="221">
                    <c:v>2009-08</c:v>
                  </c:pt>
                  <c:pt idx="222">
                    <c:v>2009-09</c:v>
                  </c:pt>
                  <c:pt idx="223">
                    <c:v>2009-10</c:v>
                  </c:pt>
                  <c:pt idx="224">
                    <c:v>2009-11</c:v>
                  </c:pt>
                  <c:pt idx="225">
                    <c:v>2009-12</c:v>
                  </c:pt>
                  <c:pt idx="226">
                    <c:v>2010-01</c:v>
                  </c:pt>
                  <c:pt idx="227">
                    <c:v>2010-02</c:v>
                  </c:pt>
                  <c:pt idx="228">
                    <c:v>2010-03</c:v>
                  </c:pt>
                  <c:pt idx="229">
                    <c:v>2010-04</c:v>
                  </c:pt>
                  <c:pt idx="230">
                    <c:v>2010-05</c:v>
                  </c:pt>
                  <c:pt idx="231">
                    <c:v>2010-06</c:v>
                  </c:pt>
                  <c:pt idx="232">
                    <c:v>2010-07</c:v>
                  </c:pt>
                  <c:pt idx="233">
                    <c:v>2010-08</c:v>
                  </c:pt>
                  <c:pt idx="234">
                    <c:v>2010-09</c:v>
                  </c:pt>
                  <c:pt idx="235">
                    <c:v>2010-10</c:v>
                  </c:pt>
                  <c:pt idx="236">
                    <c:v>2010-11</c:v>
                  </c:pt>
                  <c:pt idx="237">
                    <c:v>2010-12</c:v>
                  </c:pt>
                  <c:pt idx="238">
                    <c:v>2011-01</c:v>
                  </c:pt>
                  <c:pt idx="239">
                    <c:v>2011-02</c:v>
                  </c:pt>
                  <c:pt idx="240">
                    <c:v>2011-03</c:v>
                  </c:pt>
                  <c:pt idx="241">
                    <c:v>2011-04</c:v>
                  </c:pt>
                  <c:pt idx="242">
                    <c:v>2011-05</c:v>
                  </c:pt>
                  <c:pt idx="243">
                    <c:v>2011-06</c:v>
                  </c:pt>
                  <c:pt idx="244">
                    <c:v>2011-07</c:v>
                  </c:pt>
                  <c:pt idx="245">
                    <c:v>2011-08</c:v>
                  </c:pt>
                  <c:pt idx="246">
                    <c:v>2011-09</c:v>
                  </c:pt>
                  <c:pt idx="247">
                    <c:v>2011-10</c:v>
                  </c:pt>
                  <c:pt idx="248">
                    <c:v>2011-11</c:v>
                  </c:pt>
                  <c:pt idx="249">
                    <c:v>2011-12</c:v>
                  </c:pt>
                  <c:pt idx="250">
                    <c:v>2012-01</c:v>
                  </c:pt>
                  <c:pt idx="251">
                    <c:v>2012-02</c:v>
                  </c:pt>
                  <c:pt idx="252">
                    <c:v>2012-03</c:v>
                  </c:pt>
                  <c:pt idx="253">
                    <c:v>2012-04</c:v>
                  </c:pt>
                  <c:pt idx="254">
                    <c:v>2012-05</c:v>
                  </c:pt>
                  <c:pt idx="255">
                    <c:v>2012-06</c:v>
                  </c:pt>
                  <c:pt idx="256">
                    <c:v>2012-07</c:v>
                  </c:pt>
                  <c:pt idx="257">
                    <c:v>2012-08</c:v>
                  </c:pt>
                  <c:pt idx="258">
                    <c:v>2012-09</c:v>
                  </c:pt>
                  <c:pt idx="259">
                    <c:v>2012-10</c:v>
                  </c:pt>
                  <c:pt idx="260">
                    <c:v>2012-11</c:v>
                  </c:pt>
                  <c:pt idx="261">
                    <c:v>2012-12</c:v>
                  </c:pt>
                  <c:pt idx="262">
                    <c:v>2013-01</c:v>
                  </c:pt>
                  <c:pt idx="263">
                    <c:v>2013-02</c:v>
                  </c:pt>
                  <c:pt idx="264">
                    <c:v>2013-03</c:v>
                  </c:pt>
                  <c:pt idx="265">
                    <c:v>2013-04</c:v>
                  </c:pt>
                  <c:pt idx="266">
                    <c:v>2013-05</c:v>
                  </c:pt>
                  <c:pt idx="267">
                    <c:v>2013-06</c:v>
                  </c:pt>
                  <c:pt idx="268">
                    <c:v>2013-07</c:v>
                  </c:pt>
                  <c:pt idx="269">
                    <c:v>2013-08</c:v>
                  </c:pt>
                  <c:pt idx="270">
                    <c:v>2013-09</c:v>
                  </c:pt>
                  <c:pt idx="271">
                    <c:v>2013-10</c:v>
                  </c:pt>
                  <c:pt idx="272">
                    <c:v>2013-11</c:v>
                  </c:pt>
                  <c:pt idx="273">
                    <c:v>2013-12</c:v>
                  </c:pt>
                  <c:pt idx="274">
                    <c:v>2014-01</c:v>
                  </c:pt>
                  <c:pt idx="275">
                    <c:v>2014-02</c:v>
                  </c:pt>
                  <c:pt idx="276">
                    <c:v>2014-03</c:v>
                  </c:pt>
                  <c:pt idx="277">
                    <c:v>2014-04</c:v>
                  </c:pt>
                  <c:pt idx="278">
                    <c:v>2014-05</c:v>
                  </c:pt>
                  <c:pt idx="279">
                    <c:v>2014-06</c:v>
                  </c:pt>
                  <c:pt idx="280">
                    <c:v>2014-07</c:v>
                  </c:pt>
                  <c:pt idx="281">
                    <c:v>2014-08</c:v>
                  </c:pt>
                  <c:pt idx="282">
                    <c:v>2014-09</c:v>
                  </c:pt>
                  <c:pt idx="283">
                    <c:v>2014-10</c:v>
                  </c:pt>
                  <c:pt idx="284">
                    <c:v>2014-11</c:v>
                  </c:pt>
                  <c:pt idx="285">
                    <c:v>2014-12</c:v>
                  </c:pt>
                  <c:pt idx="286">
                    <c:v>2015-01</c:v>
                  </c:pt>
                  <c:pt idx="287">
                    <c:v>2015-02</c:v>
                  </c:pt>
                  <c:pt idx="288">
                    <c:v>2015-03</c:v>
                  </c:pt>
                  <c:pt idx="289">
                    <c:v>2015-04</c:v>
                  </c:pt>
                  <c:pt idx="290">
                    <c:v>2015-05</c:v>
                  </c:pt>
                  <c:pt idx="291">
                    <c:v>2015-06</c:v>
                  </c:pt>
                  <c:pt idx="292">
                    <c:v>2015-07</c:v>
                  </c:pt>
                  <c:pt idx="293">
                    <c:v>2015-08</c:v>
                  </c:pt>
                  <c:pt idx="294">
                    <c:v>2015-09</c:v>
                  </c:pt>
                  <c:pt idx="295">
                    <c:v>2015-10</c:v>
                  </c:pt>
                  <c:pt idx="296">
                    <c:v>2015-11</c:v>
                  </c:pt>
                  <c:pt idx="297">
                    <c:v>2015-12</c:v>
                  </c:pt>
                  <c:pt idx="298">
                    <c:v>2016-01</c:v>
                  </c:pt>
                  <c:pt idx="299">
                    <c:v>2016-02</c:v>
                  </c:pt>
                  <c:pt idx="300">
                    <c:v>2016-03</c:v>
                  </c:pt>
                  <c:pt idx="301">
                    <c:v>2016-04</c:v>
                  </c:pt>
                  <c:pt idx="302">
                    <c:v>2016-05</c:v>
                  </c:pt>
                  <c:pt idx="303">
                    <c:v>2016-06</c:v>
                  </c:pt>
                  <c:pt idx="304">
                    <c:v>2016-07</c:v>
                  </c:pt>
                  <c:pt idx="305">
                    <c:v>2016-08</c:v>
                  </c:pt>
                  <c:pt idx="306">
                    <c:v>2016-09</c:v>
                  </c:pt>
                  <c:pt idx="307">
                    <c:v>2016-10</c:v>
                  </c:pt>
                  <c:pt idx="308">
                    <c:v>2016-11</c:v>
                  </c:pt>
                  <c:pt idx="309">
                    <c:v>2016-12</c:v>
                  </c:pt>
                  <c:pt idx="310">
                    <c:v>2017-01</c:v>
                  </c:pt>
                  <c:pt idx="311">
                    <c:v>2017-02</c:v>
                  </c:pt>
                  <c:pt idx="312">
                    <c:v>2017-03</c:v>
                  </c:pt>
                  <c:pt idx="313">
                    <c:v>2017-04</c:v>
                  </c:pt>
                  <c:pt idx="314">
                    <c:v>2017-05</c:v>
                  </c:pt>
                  <c:pt idx="315">
                    <c:v>2017-06</c:v>
                  </c:pt>
                  <c:pt idx="316">
                    <c:v>2017-07</c:v>
                  </c:pt>
                  <c:pt idx="317">
                    <c:v>2017-08</c:v>
                  </c:pt>
                  <c:pt idx="318">
                    <c:v>2017-09</c:v>
                  </c:pt>
                  <c:pt idx="319">
                    <c:v>2017-10</c:v>
                  </c:pt>
                  <c:pt idx="320">
                    <c:v>2017-11</c:v>
                  </c:pt>
                  <c:pt idx="321">
                    <c:v>2017-12</c:v>
                  </c:pt>
                  <c:pt idx="322">
                    <c:v>2018-01</c:v>
                  </c:pt>
                  <c:pt idx="323">
                    <c:v>2018-02</c:v>
                  </c:pt>
                  <c:pt idx="324">
                    <c:v>2018-03</c:v>
                  </c:pt>
                  <c:pt idx="325">
                    <c:v>2018-04</c:v>
                  </c:pt>
                  <c:pt idx="326">
                    <c:v>2018-05</c:v>
                  </c:pt>
                  <c:pt idx="327">
                    <c:v>2018-06</c:v>
                  </c:pt>
                  <c:pt idx="328">
                    <c:v>2018-07</c:v>
                  </c:pt>
                  <c:pt idx="329">
                    <c:v>2018-08</c:v>
                  </c:pt>
                  <c:pt idx="330">
                    <c:v>2018-09</c:v>
                  </c:pt>
                  <c:pt idx="331">
                    <c:v>2018-10</c:v>
                  </c:pt>
                  <c:pt idx="332">
                    <c:v>2018-11</c:v>
                  </c:pt>
                  <c:pt idx="333">
                    <c:v>2018-12</c:v>
                  </c:pt>
                  <c:pt idx="334">
                    <c:v>2019-01</c:v>
                  </c:pt>
                  <c:pt idx="335">
                    <c:v>2019-02</c:v>
                  </c:pt>
                  <c:pt idx="336">
                    <c:v>2019-03</c:v>
                  </c:pt>
                  <c:pt idx="337">
                    <c:v>2019-04</c:v>
                  </c:pt>
                  <c:pt idx="338">
                    <c:v>2019-05</c:v>
                  </c:pt>
                  <c:pt idx="339">
                    <c:v>2019-06</c:v>
                  </c:pt>
                  <c:pt idx="340">
                    <c:v>2019-07</c:v>
                  </c:pt>
                  <c:pt idx="341">
                    <c:v>2019-08</c:v>
                  </c:pt>
                  <c:pt idx="342">
                    <c:v>2019-09</c:v>
                  </c:pt>
                  <c:pt idx="343">
                    <c:v>2019-10</c:v>
                  </c:pt>
                  <c:pt idx="344">
                    <c:v>2019-11</c:v>
                  </c:pt>
                  <c:pt idx="345">
                    <c:v>2019-12</c:v>
                  </c:pt>
                  <c:pt idx="346">
                    <c:v>2020-01</c:v>
                  </c:pt>
                  <c:pt idx="347">
                    <c:v>2020-02</c:v>
                  </c:pt>
                  <c:pt idx="348">
                    <c:v>2020-03</c:v>
                  </c:pt>
                  <c:pt idx="349">
                    <c:v>2020-04</c:v>
                  </c:pt>
                  <c:pt idx="350">
                    <c:v>2020-05</c:v>
                  </c:pt>
                  <c:pt idx="351">
                    <c:v>2020-06</c:v>
                  </c:pt>
                  <c:pt idx="352">
                    <c:v>2020-07</c:v>
                  </c:pt>
                  <c:pt idx="353">
                    <c:v>2020-08</c:v>
                  </c:pt>
                  <c:pt idx="354">
                    <c:v>2020-09</c:v>
                  </c:pt>
                  <c:pt idx="355">
                    <c:v>2020-10</c:v>
                  </c:pt>
                  <c:pt idx="356">
                    <c:v>2020-11</c:v>
                  </c:pt>
                  <c:pt idx="357">
                    <c:v>2020-12</c:v>
                  </c:pt>
                  <c:pt idx="358">
                    <c:v>2021-01</c:v>
                  </c:pt>
                  <c:pt idx="359">
                    <c:v>2021-02</c:v>
                  </c:pt>
                  <c:pt idx="360">
                    <c:v>2021-03</c:v>
                  </c:pt>
                  <c:pt idx="361">
                    <c:v>2021-04</c:v>
                  </c:pt>
                  <c:pt idx="362">
                    <c:v>2021-05</c:v>
                  </c:pt>
                  <c:pt idx="363">
                    <c:v>2021-06</c:v>
                  </c:pt>
                  <c:pt idx="364">
                    <c:v>2021-07</c:v>
                  </c:pt>
                  <c:pt idx="365">
                    <c:v>2021-08</c:v>
                  </c:pt>
                  <c:pt idx="366">
                    <c:v>2021-09</c:v>
                  </c:pt>
                  <c:pt idx="367">
                    <c:v>2021-10</c:v>
                  </c:pt>
                  <c:pt idx="368">
                    <c:v>2021-11</c:v>
                  </c:pt>
                  <c:pt idx="369">
                    <c:v>2021-12</c:v>
                  </c:pt>
                  <c:pt idx="370">
                    <c:v>2022-01</c:v>
                  </c:pt>
                  <c:pt idx="371">
                    <c:v>2022-02</c:v>
                  </c:pt>
                  <c:pt idx="372">
                    <c:v>2022-03</c:v>
                  </c:pt>
                  <c:pt idx="373">
                    <c:v>2022-04</c:v>
                  </c:pt>
                  <c:pt idx="374">
                    <c:v>2022-05</c:v>
                  </c:pt>
                  <c:pt idx="375">
                    <c:v>2022-06</c:v>
                  </c:pt>
                  <c:pt idx="376">
                    <c:v>2022-07</c:v>
                  </c:pt>
                  <c:pt idx="377">
                    <c:v>2022-08</c:v>
                  </c:pt>
                  <c:pt idx="378">
                    <c:v>2022-09</c:v>
                  </c:pt>
                  <c:pt idx="379">
                    <c:v>2022-10</c:v>
                  </c:pt>
                  <c:pt idx="380">
                    <c:v>2022-11</c:v>
                  </c:pt>
                  <c:pt idx="381">
                    <c:v>2022-12</c:v>
                  </c:pt>
                </c:lvl>
              </c:multiLvlStrCache>
            </c:multiLvlStrRef>
          </c:cat>
          <c:val>
            <c:numRef>
              <c:f>Sheet1!$B$2:$B$383</c:f>
              <c:numCache>
                <c:formatCode>General</c:formatCode>
                <c:ptCount val="382"/>
                <c:pt idx="0">
                  <c:v>-0.73</c:v>
                </c:pt>
                <c:pt idx="1">
                  <c:v>-2.33</c:v>
                </c:pt>
                <c:pt idx="2">
                  <c:v>-2.42</c:v>
                </c:pt>
                <c:pt idx="3">
                  <c:v>-4.84</c:v>
                </c:pt>
                <c:pt idx="4">
                  <c:v>-4.11</c:v>
                </c:pt>
                <c:pt idx="5">
                  <c:v>-4.57</c:v>
                </c:pt>
                <c:pt idx="6">
                  <c:v>-1.59</c:v>
                </c:pt>
                <c:pt idx="7">
                  <c:v>-2.31</c:v>
                </c:pt>
                <c:pt idx="8">
                  <c:v>-5.17</c:v>
                </c:pt>
                <c:pt idx="9">
                  <c:v>-6.13</c:v>
                </c:pt>
                <c:pt idx="10">
                  <c:v>-2.16</c:v>
                </c:pt>
                <c:pt idx="11">
                  <c:v>-0.44</c:v>
                </c:pt>
                <c:pt idx="12">
                  <c:v>-2.55</c:v>
                </c:pt>
                <c:pt idx="13">
                  <c:v>-4.06</c:v>
                </c:pt>
                <c:pt idx="14">
                  <c:v>-1.15</c:v>
                </c:pt>
                <c:pt idx="15">
                  <c:v>-3.51</c:v>
                </c:pt>
                <c:pt idx="16">
                  <c:v>-5.27</c:v>
                </c:pt>
                <c:pt idx="17">
                  <c:v>-6.44</c:v>
                </c:pt>
                <c:pt idx="18">
                  <c:v>-5.38</c:v>
                </c:pt>
                <c:pt idx="19">
                  <c:v>-6.13</c:v>
                </c:pt>
                <c:pt idx="20">
                  <c:v>-2.49</c:v>
                </c:pt>
                <c:pt idx="21">
                  <c:v>-3.51</c:v>
                </c:pt>
                <c:pt idx="22">
                  <c:v>-1.98</c:v>
                </c:pt>
                <c:pt idx="23">
                  <c:v>-1.09</c:v>
                </c:pt>
                <c:pt idx="24">
                  <c:v>-2.13</c:v>
                </c:pt>
                <c:pt idx="25">
                  <c:v>-2.12</c:v>
                </c:pt>
                <c:pt idx="26">
                  <c:v>-0.83</c:v>
                </c:pt>
                <c:pt idx="27">
                  <c:v>-1.14</c:v>
                </c:pt>
                <c:pt idx="28">
                  <c:v>-1.18</c:v>
                </c:pt>
                <c:pt idx="29">
                  <c:v>-1.04</c:v>
                </c:pt>
                <c:pt idx="30">
                  <c:v>-2.71</c:v>
                </c:pt>
                <c:pt idx="31">
                  <c:v>-1.3</c:v>
                </c:pt>
                <c:pt idx="32">
                  <c:v>-4.4</c:v>
                </c:pt>
                <c:pt idx="33">
                  <c:v>-2.6</c:v>
                </c:pt>
                <c:pt idx="34">
                  <c:v>-2.11</c:v>
                </c:pt>
                <c:pt idx="35">
                  <c:v>-5.65</c:v>
                </c:pt>
                <c:pt idx="36">
                  <c:v>-9.72</c:v>
                </c:pt>
                <c:pt idx="37">
                  <c:v>-10.18</c:v>
                </c:pt>
                <c:pt idx="38">
                  <c:v>-11.02</c:v>
                </c:pt>
                <c:pt idx="39">
                  <c:v>-12.48</c:v>
                </c:pt>
                <c:pt idx="40">
                  <c:v>-12.23</c:v>
                </c:pt>
                <c:pt idx="41">
                  <c:v>-12.58</c:v>
                </c:pt>
                <c:pt idx="42">
                  <c:v>-13.8</c:v>
                </c:pt>
                <c:pt idx="43">
                  <c:v>-14.71</c:v>
                </c:pt>
                <c:pt idx="44">
                  <c:v>-15.16</c:v>
                </c:pt>
                <c:pt idx="45">
                  <c:v>-15</c:v>
                </c:pt>
                <c:pt idx="46">
                  <c:v>-14.66</c:v>
                </c:pt>
                <c:pt idx="47">
                  <c:v>-14.32</c:v>
                </c:pt>
                <c:pt idx="48">
                  <c:v>-13.19</c:v>
                </c:pt>
                <c:pt idx="49">
                  <c:v>-11.87</c:v>
                </c:pt>
                <c:pt idx="50">
                  <c:v>-10.69</c:v>
                </c:pt>
                <c:pt idx="51">
                  <c:v>-9.56</c:v>
                </c:pt>
                <c:pt idx="52">
                  <c:v>-8.29</c:v>
                </c:pt>
                <c:pt idx="53">
                  <c:v>-5.75</c:v>
                </c:pt>
                <c:pt idx="54">
                  <c:v>-5.44</c:v>
                </c:pt>
                <c:pt idx="55">
                  <c:v>-6.17</c:v>
                </c:pt>
                <c:pt idx="56">
                  <c:v>-5.19</c:v>
                </c:pt>
                <c:pt idx="57">
                  <c:v>-1.93</c:v>
                </c:pt>
                <c:pt idx="58">
                  <c:v>-1.65</c:v>
                </c:pt>
                <c:pt idx="59">
                  <c:v>-1.46</c:v>
                </c:pt>
                <c:pt idx="60">
                  <c:v>-3.14</c:v>
                </c:pt>
                <c:pt idx="61">
                  <c:v>-0.96</c:v>
                </c:pt>
                <c:pt idx="62">
                  <c:v>-1.88</c:v>
                </c:pt>
                <c:pt idx="63">
                  <c:v>-1.82</c:v>
                </c:pt>
                <c:pt idx="64">
                  <c:v>-6.83</c:v>
                </c:pt>
                <c:pt idx="65">
                  <c:v>-4.23</c:v>
                </c:pt>
                <c:pt idx="66">
                  <c:v>-3.82</c:v>
                </c:pt>
                <c:pt idx="67">
                  <c:v>-1.74</c:v>
                </c:pt>
                <c:pt idx="68">
                  <c:v>-1.37</c:v>
                </c:pt>
                <c:pt idx="69">
                  <c:v>-3.04</c:v>
                </c:pt>
                <c:pt idx="70">
                  <c:v>-1.55</c:v>
                </c:pt>
                <c:pt idx="71">
                  <c:v>-1.23</c:v>
                </c:pt>
                <c:pt idx="72">
                  <c:v>-4.12</c:v>
                </c:pt>
                <c:pt idx="73">
                  <c:v>-6.43</c:v>
                </c:pt>
                <c:pt idx="74">
                  <c:v>-1.76</c:v>
                </c:pt>
                <c:pt idx="75">
                  <c:v>-0.89</c:v>
                </c:pt>
                <c:pt idx="76">
                  <c:v>-1.79</c:v>
                </c:pt>
                <c:pt idx="77">
                  <c:v>-7.34</c:v>
                </c:pt>
                <c:pt idx="78">
                  <c:v>-6.1</c:v>
                </c:pt>
                <c:pt idx="79">
                  <c:v>-12.66</c:v>
                </c:pt>
                <c:pt idx="80">
                  <c:v>-10.17</c:v>
                </c:pt>
                <c:pt idx="81">
                  <c:v>-7.81</c:v>
                </c:pt>
                <c:pt idx="82">
                  <c:v>-7.97</c:v>
                </c:pt>
                <c:pt idx="83">
                  <c:v>-1.77</c:v>
                </c:pt>
                <c:pt idx="84">
                  <c:v>-1.09</c:v>
                </c:pt>
                <c:pt idx="85">
                  <c:v>-2.76</c:v>
                </c:pt>
                <c:pt idx="86">
                  <c:v>-1.55</c:v>
                </c:pt>
                <c:pt idx="87">
                  <c:v>-3.19</c:v>
                </c:pt>
                <c:pt idx="88">
                  <c:v>-3.83</c:v>
                </c:pt>
                <c:pt idx="89">
                  <c:v>-12.77</c:v>
                </c:pt>
                <c:pt idx="90">
                  <c:v>-13.51</c:v>
                </c:pt>
                <c:pt idx="91">
                  <c:v>-14.6</c:v>
                </c:pt>
                <c:pt idx="92">
                  <c:v>-14.41</c:v>
                </c:pt>
                <c:pt idx="93">
                  <c:v>-12.93</c:v>
                </c:pt>
                <c:pt idx="94">
                  <c:v>-6.19</c:v>
                </c:pt>
                <c:pt idx="95">
                  <c:v>-7.83</c:v>
                </c:pt>
                <c:pt idx="96">
                  <c:v>-6.42</c:v>
                </c:pt>
                <c:pt idx="97">
                  <c:v>-1.3</c:v>
                </c:pt>
                <c:pt idx="98">
                  <c:v>-5.93</c:v>
                </c:pt>
                <c:pt idx="99">
                  <c:v>-5.11</c:v>
                </c:pt>
                <c:pt idx="100">
                  <c:v>-5.94</c:v>
                </c:pt>
                <c:pt idx="101">
                  <c:v>-7.68</c:v>
                </c:pt>
                <c:pt idx="102">
                  <c:v>-7.54</c:v>
                </c:pt>
                <c:pt idx="103">
                  <c:v>-9.03</c:v>
                </c:pt>
                <c:pt idx="104">
                  <c:v>-3.38</c:v>
                </c:pt>
                <c:pt idx="105">
                  <c:v>-0.81</c:v>
                </c:pt>
                <c:pt idx="106">
                  <c:v>-5.82</c:v>
                </c:pt>
                <c:pt idx="107">
                  <c:v>-3.72</c:v>
                </c:pt>
                <c:pt idx="108">
                  <c:v>-3.08</c:v>
                </c:pt>
                <c:pt idx="109">
                  <c:v>-10.41</c:v>
                </c:pt>
                <c:pt idx="110">
                  <c:v>-10.81</c:v>
                </c:pt>
                <c:pt idx="111">
                  <c:v>-6.99</c:v>
                </c:pt>
                <c:pt idx="112">
                  <c:v>-6.12</c:v>
                </c:pt>
                <c:pt idx="113">
                  <c:v>-5.82</c:v>
                </c:pt>
                <c:pt idx="114">
                  <c:v>-8.43</c:v>
                </c:pt>
                <c:pt idx="115">
                  <c:v>-9.53</c:v>
                </c:pt>
                <c:pt idx="116">
                  <c:v>-10.66</c:v>
                </c:pt>
                <c:pt idx="117">
                  <c:v>-10.38</c:v>
                </c:pt>
                <c:pt idx="118">
                  <c:v>-9.96</c:v>
                </c:pt>
                <c:pt idx="119">
                  <c:v>-9.92</c:v>
                </c:pt>
                <c:pt idx="120">
                  <c:v>-10.41</c:v>
                </c:pt>
                <c:pt idx="121">
                  <c:v>-10.18</c:v>
                </c:pt>
                <c:pt idx="122">
                  <c:v>-9.87</c:v>
                </c:pt>
                <c:pt idx="123">
                  <c:v>-10.02</c:v>
                </c:pt>
                <c:pt idx="124">
                  <c:v>-10.92</c:v>
                </c:pt>
                <c:pt idx="125">
                  <c:v>-10.3</c:v>
                </c:pt>
                <c:pt idx="126">
                  <c:v>-10.24</c:v>
                </c:pt>
                <c:pt idx="127">
                  <c:v>-9.54</c:v>
                </c:pt>
                <c:pt idx="128">
                  <c:v>-9.45</c:v>
                </c:pt>
                <c:pt idx="129">
                  <c:v>-9.32</c:v>
                </c:pt>
                <c:pt idx="130">
                  <c:v>-7.94</c:v>
                </c:pt>
                <c:pt idx="131">
                  <c:v>-7.31</c:v>
                </c:pt>
                <c:pt idx="132">
                  <c:v>-5.91</c:v>
                </c:pt>
                <c:pt idx="133">
                  <c:v>-6.38</c:v>
                </c:pt>
                <c:pt idx="134">
                  <c:v>-6.65</c:v>
                </c:pt>
                <c:pt idx="135">
                  <c:v>-10.81</c:v>
                </c:pt>
                <c:pt idx="136">
                  <c:v>-10.45</c:v>
                </c:pt>
                <c:pt idx="137">
                  <c:v>-10.58</c:v>
                </c:pt>
                <c:pt idx="138">
                  <c:v>-10.15</c:v>
                </c:pt>
                <c:pt idx="139">
                  <c:v>-10.25</c:v>
                </c:pt>
                <c:pt idx="140">
                  <c:v>-10</c:v>
                </c:pt>
                <c:pt idx="141">
                  <c:v>-9.84</c:v>
                </c:pt>
                <c:pt idx="142">
                  <c:v>-9.04</c:v>
                </c:pt>
                <c:pt idx="143">
                  <c:v>-9.05</c:v>
                </c:pt>
                <c:pt idx="144">
                  <c:v>-9.43</c:v>
                </c:pt>
                <c:pt idx="145">
                  <c:v>-9.52</c:v>
                </c:pt>
                <c:pt idx="146">
                  <c:v>-8.98</c:v>
                </c:pt>
                <c:pt idx="147">
                  <c:v>-7.76</c:v>
                </c:pt>
                <c:pt idx="148">
                  <c:v>-7.54</c:v>
                </c:pt>
                <c:pt idx="149">
                  <c:v>-6.57</c:v>
                </c:pt>
                <c:pt idx="150">
                  <c:v>-4.07</c:v>
                </c:pt>
                <c:pt idx="151">
                  <c:v>-2.67</c:v>
                </c:pt>
                <c:pt idx="152">
                  <c:v>-2.34</c:v>
                </c:pt>
                <c:pt idx="153">
                  <c:v>-1.17</c:v>
                </c:pt>
                <c:pt idx="154">
                  <c:v>-1.91</c:v>
                </c:pt>
                <c:pt idx="155">
                  <c:v>-2.76</c:v>
                </c:pt>
                <c:pt idx="156">
                  <c:v>-3.98</c:v>
                </c:pt>
                <c:pt idx="157">
                  <c:v>-4.71</c:v>
                </c:pt>
                <c:pt idx="158">
                  <c:v>-9.2</c:v>
                </c:pt>
                <c:pt idx="159">
                  <c:v>-5.64</c:v>
                </c:pt>
                <c:pt idx="160">
                  <c:v>-6.84</c:v>
                </c:pt>
                <c:pt idx="161">
                  <c:v>-7.26</c:v>
                </c:pt>
                <c:pt idx="162">
                  <c:v>-5.21</c:v>
                </c:pt>
                <c:pt idx="163">
                  <c:v>-3.79</c:v>
                </c:pt>
                <c:pt idx="164">
                  <c:v>-2.35</c:v>
                </c:pt>
                <c:pt idx="165">
                  <c:v>-1.48</c:v>
                </c:pt>
                <c:pt idx="166">
                  <c:v>-2.03</c:v>
                </c:pt>
                <c:pt idx="167">
                  <c:v>-0.7</c:v>
                </c:pt>
                <c:pt idx="168">
                  <c:v>-3.88</c:v>
                </c:pt>
                <c:pt idx="169">
                  <c:v>-5.53</c:v>
                </c:pt>
                <c:pt idx="170">
                  <c:v>-4.51</c:v>
                </c:pt>
                <c:pt idx="171">
                  <c:v>-2.19</c:v>
                </c:pt>
                <c:pt idx="172">
                  <c:v>-0.86</c:v>
                </c:pt>
                <c:pt idx="173">
                  <c:v>-2.1</c:v>
                </c:pt>
                <c:pt idx="174">
                  <c:v>-0.55</c:v>
                </c:pt>
                <c:pt idx="175">
                  <c:v>-4.9</c:v>
                </c:pt>
                <c:pt idx="176">
                  <c:v>-2.74</c:v>
                </c:pt>
                <c:pt idx="177">
                  <c:v>-0.52</c:v>
                </c:pt>
                <c:pt idx="178">
                  <c:v>-1.86</c:v>
                </c:pt>
                <c:pt idx="179">
                  <c:v>-2.41</c:v>
                </c:pt>
                <c:pt idx="180">
                  <c:v>-2.27</c:v>
                </c:pt>
                <c:pt idx="181">
                  <c:v>-1.3</c:v>
                </c:pt>
                <c:pt idx="182">
                  <c:v>-7.59</c:v>
                </c:pt>
                <c:pt idx="183">
                  <c:v>-12.56</c:v>
                </c:pt>
                <c:pt idx="184">
                  <c:v>-9.47</c:v>
                </c:pt>
                <c:pt idx="185">
                  <c:v>-6.11</c:v>
                </c:pt>
                <c:pt idx="186">
                  <c:v>-5.73</c:v>
                </c:pt>
                <c:pt idx="187">
                  <c:v>-3.79</c:v>
                </c:pt>
                <c:pt idx="188">
                  <c:v>-1.27</c:v>
                </c:pt>
                <c:pt idx="189">
                  <c:v>-0.49</c:v>
                </c:pt>
                <c:pt idx="190">
                  <c:v>-1.99</c:v>
                </c:pt>
                <c:pt idx="191">
                  <c:v>-3.09</c:v>
                </c:pt>
                <c:pt idx="192">
                  <c:v>-6.02</c:v>
                </c:pt>
                <c:pt idx="193">
                  <c:v>-1.54</c:v>
                </c:pt>
                <c:pt idx="194">
                  <c:v>-0.98</c:v>
                </c:pt>
                <c:pt idx="195">
                  <c:v>-2.44</c:v>
                </c:pt>
                <c:pt idx="196">
                  <c:v>-5.13</c:v>
                </c:pt>
                <c:pt idx="197">
                  <c:v>-10.18</c:v>
                </c:pt>
                <c:pt idx="198">
                  <c:v>-4.83</c:v>
                </c:pt>
                <c:pt idx="199">
                  <c:v>-2.38</c:v>
                </c:pt>
                <c:pt idx="200">
                  <c:v>-7.37</c:v>
                </c:pt>
                <c:pt idx="201">
                  <c:v>-6.23</c:v>
                </c:pt>
                <c:pt idx="202">
                  <c:v>-13.55</c:v>
                </c:pt>
                <c:pt idx="203">
                  <c:v>-10.39</c:v>
                </c:pt>
                <c:pt idx="204">
                  <c:v>-9.79</c:v>
                </c:pt>
                <c:pt idx="205">
                  <c:v>-9.6</c:v>
                </c:pt>
                <c:pt idx="206">
                  <c:v>-9.77</c:v>
                </c:pt>
                <c:pt idx="207">
                  <c:v>-10.43</c:v>
                </c:pt>
                <c:pt idx="208">
                  <c:v>-10.78</c:v>
                </c:pt>
                <c:pt idx="209">
                  <c:v>-11.28</c:v>
                </c:pt>
                <c:pt idx="210">
                  <c:v>-10.95</c:v>
                </c:pt>
                <c:pt idx="211">
                  <c:v>-10.81</c:v>
                </c:pt>
                <c:pt idx="212">
                  <c:v>-10.8</c:v>
                </c:pt>
                <c:pt idx="213">
                  <c:v>-9.84</c:v>
                </c:pt>
                <c:pt idx="214">
                  <c:v>-10.01</c:v>
                </c:pt>
                <c:pt idx="215">
                  <c:v>-10.07</c:v>
                </c:pt>
                <c:pt idx="216">
                  <c:v>-10.04</c:v>
                </c:pt>
                <c:pt idx="217">
                  <c:v>-10.13</c:v>
                </c:pt>
                <c:pt idx="218">
                  <c:v>-10.36</c:v>
                </c:pt>
                <c:pt idx="219">
                  <c:v>-11.53</c:v>
                </c:pt>
                <c:pt idx="220">
                  <c:v>-12.46</c:v>
                </c:pt>
                <c:pt idx="221">
                  <c:v>-8.74</c:v>
                </c:pt>
                <c:pt idx="222">
                  <c:v>-6.92</c:v>
                </c:pt>
                <c:pt idx="223">
                  <c:v>-4.78</c:v>
                </c:pt>
                <c:pt idx="224">
                  <c:v>-4.94</c:v>
                </c:pt>
                <c:pt idx="225">
                  <c:v>-2.42</c:v>
                </c:pt>
                <c:pt idx="226">
                  <c:v>-6.79</c:v>
                </c:pt>
                <c:pt idx="227">
                  <c:v>-8.77</c:v>
                </c:pt>
                <c:pt idx="228">
                  <c:v>-4.22</c:v>
                </c:pt>
                <c:pt idx="229">
                  <c:v>-3.06</c:v>
                </c:pt>
                <c:pt idx="230">
                  <c:v>-11.8</c:v>
                </c:pt>
                <c:pt idx="231">
                  <c:v>-9.95</c:v>
                </c:pt>
                <c:pt idx="232">
                  <c:v>-10.71</c:v>
                </c:pt>
                <c:pt idx="233">
                  <c:v>-12.45</c:v>
                </c:pt>
                <c:pt idx="234">
                  <c:v>-10.88</c:v>
                </c:pt>
                <c:pt idx="235">
                  <c:v>-9.89</c:v>
                </c:pt>
                <c:pt idx="236">
                  <c:v>-8.87</c:v>
                </c:pt>
                <c:pt idx="237">
                  <c:v>-7.56</c:v>
                </c:pt>
                <c:pt idx="238">
                  <c:v>-5.57</c:v>
                </c:pt>
                <c:pt idx="239">
                  <c:v>-4.64</c:v>
                </c:pt>
                <c:pt idx="240">
                  <c:v>-8.99</c:v>
                </c:pt>
                <c:pt idx="241">
                  <c:v>-3.93</c:v>
                </c:pt>
                <c:pt idx="242">
                  <c:v>-5.25</c:v>
                </c:pt>
                <c:pt idx="243">
                  <c:v>-7.21</c:v>
                </c:pt>
                <c:pt idx="244">
                  <c:v>-5.63</c:v>
                </c:pt>
                <c:pt idx="245">
                  <c:v>-12.68</c:v>
                </c:pt>
                <c:pt idx="246">
                  <c:v>-9.84</c:v>
                </c:pt>
                <c:pt idx="247">
                  <c:v>-9.89</c:v>
                </c:pt>
                <c:pt idx="248">
                  <c:v>-9.47</c:v>
                </c:pt>
                <c:pt idx="249">
                  <c:v>-9.5</c:v>
                </c:pt>
                <c:pt idx="250">
                  <c:v>-9.27</c:v>
                </c:pt>
                <c:pt idx="251">
                  <c:v>-9.05</c:v>
                </c:pt>
                <c:pt idx="252">
                  <c:v>-10.17</c:v>
                </c:pt>
                <c:pt idx="253">
                  <c:v>-11.17</c:v>
                </c:pt>
                <c:pt idx="254">
                  <c:v>-14.35</c:v>
                </c:pt>
                <c:pt idx="255">
                  <c:v>-14.46</c:v>
                </c:pt>
                <c:pt idx="256">
                  <c:v>-13.84</c:v>
                </c:pt>
                <c:pt idx="257">
                  <c:v>-13.57</c:v>
                </c:pt>
                <c:pt idx="258">
                  <c:v>-12.6</c:v>
                </c:pt>
                <c:pt idx="259">
                  <c:v>-11.78</c:v>
                </c:pt>
                <c:pt idx="260">
                  <c:v>-13.41</c:v>
                </c:pt>
                <c:pt idx="261">
                  <c:v>-10.26</c:v>
                </c:pt>
                <c:pt idx="262">
                  <c:v>-6.58</c:v>
                </c:pt>
                <c:pt idx="263">
                  <c:v>-5.44</c:v>
                </c:pt>
                <c:pt idx="264">
                  <c:v>-4.38</c:v>
                </c:pt>
                <c:pt idx="265">
                  <c:v>-5.44</c:v>
                </c:pt>
                <c:pt idx="266">
                  <c:v>-2.9</c:v>
                </c:pt>
                <c:pt idx="267">
                  <c:v>-8.2</c:v>
                </c:pt>
                <c:pt idx="268">
                  <c:v>-5.78</c:v>
                </c:pt>
                <c:pt idx="269">
                  <c:v>-3.47</c:v>
                </c:pt>
                <c:pt idx="270">
                  <c:v>-2.66</c:v>
                </c:pt>
                <c:pt idx="271">
                  <c:v>-2.14</c:v>
                </c:pt>
                <c:pt idx="272">
                  <c:v>-0.99</c:v>
                </c:pt>
                <c:pt idx="273">
                  <c:v>-2.83</c:v>
                </c:pt>
                <c:pt idx="274">
                  <c:v>-3.79</c:v>
                </c:pt>
                <c:pt idx="275">
                  <c:v>-5.53</c:v>
                </c:pt>
                <c:pt idx="276">
                  <c:v>-4.14</c:v>
                </c:pt>
                <c:pt idx="277">
                  <c:v>-3.23</c:v>
                </c:pt>
                <c:pt idx="278">
                  <c:v>-1.67</c:v>
                </c:pt>
                <c:pt idx="279">
                  <c:v>-0.66</c:v>
                </c:pt>
                <c:pt idx="280">
                  <c:v>-1.39</c:v>
                </c:pt>
                <c:pt idx="281">
                  <c:v>-2.82</c:v>
                </c:pt>
                <c:pt idx="282">
                  <c:v>-3.13</c:v>
                </c:pt>
                <c:pt idx="283">
                  <c:v>-6.83</c:v>
                </c:pt>
                <c:pt idx="284">
                  <c:v>-3.69</c:v>
                </c:pt>
                <c:pt idx="285">
                  <c:v>-6.3</c:v>
                </c:pt>
                <c:pt idx="286">
                  <c:v>-4.52</c:v>
                </c:pt>
                <c:pt idx="287">
                  <c:v>-2.75</c:v>
                </c:pt>
                <c:pt idx="288">
                  <c:v>-2.25</c:v>
                </c:pt>
                <c:pt idx="289">
                  <c:v>-1.95</c:v>
                </c:pt>
                <c:pt idx="290">
                  <c:v>-3.28</c:v>
                </c:pt>
                <c:pt idx="291">
                  <c:v>-5.29</c:v>
                </c:pt>
                <c:pt idx="292">
                  <c:v>-7.02</c:v>
                </c:pt>
                <c:pt idx="293">
                  <c:v>-11.52</c:v>
                </c:pt>
                <c:pt idx="294">
                  <c:v>-10.64</c:v>
                </c:pt>
                <c:pt idx="295">
                  <c:v>-10.48</c:v>
                </c:pt>
                <c:pt idx="296">
                  <c:v>-10.89</c:v>
                </c:pt>
                <c:pt idx="297">
                  <c:v>-10.09</c:v>
                </c:pt>
                <c:pt idx="298">
                  <c:v>-11.67</c:v>
                </c:pt>
                <c:pt idx="299">
                  <c:v>-11.11</c:v>
                </c:pt>
                <c:pt idx="300">
                  <c:v>-10.24</c:v>
                </c:pt>
                <c:pt idx="301">
                  <c:v>-10.09</c:v>
                </c:pt>
                <c:pt idx="302">
                  <c:v>-10.32</c:v>
                </c:pt>
                <c:pt idx="303">
                  <c:v>-8.11</c:v>
                </c:pt>
                <c:pt idx="304">
                  <c:v>-5.88</c:v>
                </c:pt>
                <c:pt idx="305">
                  <c:v>-6.01</c:v>
                </c:pt>
                <c:pt idx="306">
                  <c:v>-5.35</c:v>
                </c:pt>
                <c:pt idx="307">
                  <c:v>-4.44</c:v>
                </c:pt>
                <c:pt idx="308">
                  <c:v>-5.4</c:v>
                </c:pt>
                <c:pt idx="309">
                  <c:v>-3.94</c:v>
                </c:pt>
                <c:pt idx="310">
                  <c:v>-1.56</c:v>
                </c:pt>
                <c:pt idx="311">
                  <c:v>-0.69</c:v>
                </c:pt>
                <c:pt idx="312">
                  <c:v>-1.7</c:v>
                </c:pt>
                <c:pt idx="313">
                  <c:v>-0.8</c:v>
                </c:pt>
                <c:pt idx="314">
                  <c:v>-0.76</c:v>
                </c:pt>
                <c:pt idx="315">
                  <c:v>-1.9</c:v>
                </c:pt>
                <c:pt idx="316">
                  <c:v>-2.07</c:v>
                </c:pt>
                <c:pt idx="317">
                  <c:v>-1.4</c:v>
                </c:pt>
                <c:pt idx="318">
                  <c:v>-2.92</c:v>
                </c:pt>
                <c:pt idx="319">
                  <c:v>-0.55</c:v>
                </c:pt>
                <c:pt idx="320">
                  <c:v>-1.86</c:v>
                </c:pt>
                <c:pt idx="321">
                  <c:v>-2.02</c:v>
                </c:pt>
                <c:pt idx="322">
                  <c:v>-2.25</c:v>
                </c:pt>
                <c:pt idx="323">
                  <c:v>-8.76</c:v>
                </c:pt>
                <c:pt idx="324">
                  <c:v>-7.58</c:v>
                </c:pt>
                <c:pt idx="325">
                  <c:v>-8.51</c:v>
                </c:pt>
                <c:pt idx="326">
                  <c:v>-7.33</c:v>
                </c:pt>
                <c:pt idx="327">
                  <c:v>-8.83</c:v>
                </c:pt>
                <c:pt idx="328">
                  <c:v>-8.59</c:v>
                </c:pt>
                <c:pt idx="329">
                  <c:v>-8.66</c:v>
                </c:pt>
                <c:pt idx="330">
                  <c:v>-8.23</c:v>
                </c:pt>
                <c:pt idx="331">
                  <c:v>-11.26</c:v>
                </c:pt>
                <c:pt idx="332">
                  <c:v>-10.15</c:v>
                </c:pt>
                <c:pt idx="333">
                  <c:v>-11.49</c:v>
                </c:pt>
                <c:pt idx="334">
                  <c:v>-10.36</c:v>
                </c:pt>
                <c:pt idx="335">
                  <c:v>-10.06</c:v>
                </c:pt>
                <c:pt idx="336">
                  <c:v>-10.28</c:v>
                </c:pt>
                <c:pt idx="337">
                  <c:v>-8.88</c:v>
                </c:pt>
                <c:pt idx="338">
                  <c:v>-11.46</c:v>
                </c:pt>
                <c:pt idx="339">
                  <c:v>-11.97</c:v>
                </c:pt>
                <c:pt idx="340">
                  <c:v>-10.03</c:v>
                </c:pt>
                <c:pt idx="341">
                  <c:v>-12.55</c:v>
                </c:pt>
                <c:pt idx="342">
                  <c:v>-10.47</c:v>
                </c:pt>
                <c:pt idx="343">
                  <c:v>-11.81</c:v>
                </c:pt>
                <c:pt idx="344">
                  <c:v>-8.89</c:v>
                </c:pt>
                <c:pt idx="345">
                  <c:v>-9.41</c:v>
                </c:pt>
                <c:pt idx="346">
                  <c:v>-8.05</c:v>
                </c:pt>
                <c:pt idx="347">
                  <c:v>-13.4</c:v>
                </c:pt>
                <c:pt idx="348">
                  <c:v>-16.02</c:v>
                </c:pt>
                <c:pt idx="349">
                  <c:v>-13.29</c:v>
                </c:pt>
                <c:pt idx="350">
                  <c:v>-12.91</c:v>
                </c:pt>
                <c:pt idx="351">
                  <c:v>-12.75</c:v>
                </c:pt>
                <c:pt idx="352">
                  <c:v>-12.2</c:v>
                </c:pt>
                <c:pt idx="353">
                  <c:v>-8.72</c:v>
                </c:pt>
                <c:pt idx="354">
                  <c:v>-9.73</c:v>
                </c:pt>
                <c:pt idx="355">
                  <c:v>-8.94</c:v>
                </c:pt>
                <c:pt idx="356">
                  <c:v>-8.25</c:v>
                </c:pt>
                <c:pt idx="357">
                  <c:v>-2.9</c:v>
                </c:pt>
                <c:pt idx="358">
                  <c:v>-3.73</c:v>
                </c:pt>
                <c:pt idx="359">
                  <c:v>-3.64</c:v>
                </c:pt>
                <c:pt idx="360">
                  <c:v>-2.89</c:v>
                </c:pt>
                <c:pt idx="361">
                  <c:v>-1.77</c:v>
                </c:pt>
                <c:pt idx="362">
                  <c:v>-4.25</c:v>
                </c:pt>
                <c:pt idx="363">
                  <c:v>-2.9</c:v>
                </c:pt>
                <c:pt idx="364">
                  <c:v>-4.49</c:v>
                </c:pt>
                <c:pt idx="365">
                  <c:v>-1.89</c:v>
                </c:pt>
                <c:pt idx="366">
                  <c:v>-3.62</c:v>
                </c:pt>
                <c:pt idx="367">
                  <c:v>-3.4</c:v>
                </c:pt>
                <c:pt idx="368">
                  <c:v>-3.59</c:v>
                </c:pt>
                <c:pt idx="369">
                  <c:v>-4.49</c:v>
                </c:pt>
                <c:pt idx="370">
                  <c:v>-6.12</c:v>
                </c:pt>
                <c:pt idx="371">
                  <c:v>-6.99</c:v>
                </c:pt>
                <c:pt idx="372">
                  <c:v>-7.46</c:v>
                </c:pt>
                <c:pt idx="373">
                  <c:v>-7.5</c:v>
                </c:pt>
                <c:pt idx="374">
                  <c:v>-8.47</c:v>
                </c:pt>
                <c:pt idx="375">
                  <c:v>-7.99</c:v>
                </c:pt>
                <c:pt idx="376">
                  <c:v>-7.95</c:v>
                </c:pt>
                <c:pt idx="377">
                  <c:v>-8.02</c:v>
                </c:pt>
                <c:pt idx="378">
                  <c:v>-8.17</c:v>
                </c:pt>
                <c:pt idx="379">
                  <c:v>-8.1</c:v>
                </c:pt>
                <c:pt idx="380">
                  <c:v>-7.98</c:v>
                </c:pt>
                <c:pt idx="381">
                  <c:v>-9.64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S&amp;P 500</c:v>
                </c:pt>
              </c:strCache>
            </c:strRef>
          </c:tx>
          <c:spPr>
            <a:solidFill>
              <a:srgbClr val="E09F1F"/>
            </a:solidFill>
            <a:ln w="28575" cap="flat">
              <a:solidFill>
                <a:srgbClr val="E09F1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9F1F"/>
              </a:solidFill>
              <a:ln w="9525" cap="flat">
                <a:solidFill>
                  <a:srgbClr val="E09F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Sheet1!$A$2:$A$383</c:f>
              <c:multiLvlStrCache>
                <c:ptCount val="382"/>
                <c:lvl>
                  <c:pt idx="0">
                    <c:v>1991-03</c:v>
                  </c:pt>
                  <c:pt idx="1">
                    <c:v>1991-04</c:v>
                  </c:pt>
                  <c:pt idx="2">
                    <c:v>1991-05</c:v>
                  </c:pt>
                  <c:pt idx="3">
                    <c:v>1991-06</c:v>
                  </c:pt>
                  <c:pt idx="4">
                    <c:v>1991-07</c:v>
                  </c:pt>
                  <c:pt idx="5">
                    <c:v>1991-08</c:v>
                  </c:pt>
                  <c:pt idx="6">
                    <c:v>1991-09</c:v>
                  </c:pt>
                  <c:pt idx="7">
                    <c:v>1991-10</c:v>
                  </c:pt>
                  <c:pt idx="8">
                    <c:v>1991-11</c:v>
                  </c:pt>
                  <c:pt idx="9">
                    <c:v>1991-12</c:v>
                  </c:pt>
                  <c:pt idx="10">
                    <c:v>1992-01</c:v>
                  </c:pt>
                  <c:pt idx="11">
                    <c:v>1992-02</c:v>
                  </c:pt>
                  <c:pt idx="12">
                    <c:v>1992-03</c:v>
                  </c:pt>
                  <c:pt idx="13">
                    <c:v>1992-04</c:v>
                  </c:pt>
                  <c:pt idx="14">
                    <c:v>1992-05</c:v>
                  </c:pt>
                  <c:pt idx="15">
                    <c:v>1992-06</c:v>
                  </c:pt>
                  <c:pt idx="16">
                    <c:v>1992-07</c:v>
                  </c:pt>
                  <c:pt idx="17">
                    <c:v>1992-08</c:v>
                  </c:pt>
                  <c:pt idx="18">
                    <c:v>1992-09</c:v>
                  </c:pt>
                  <c:pt idx="19">
                    <c:v>1992-10</c:v>
                  </c:pt>
                  <c:pt idx="20">
                    <c:v>1992-11</c:v>
                  </c:pt>
                  <c:pt idx="21">
                    <c:v>1992-12</c:v>
                  </c:pt>
                  <c:pt idx="22">
                    <c:v>1993-01</c:v>
                  </c:pt>
                  <c:pt idx="23">
                    <c:v>1993-02</c:v>
                  </c:pt>
                  <c:pt idx="24">
                    <c:v>1993-03</c:v>
                  </c:pt>
                  <c:pt idx="25">
                    <c:v>1993-04</c:v>
                  </c:pt>
                  <c:pt idx="26">
                    <c:v>1993-05</c:v>
                  </c:pt>
                  <c:pt idx="27">
                    <c:v>1993-06</c:v>
                  </c:pt>
                  <c:pt idx="28">
                    <c:v>1993-07</c:v>
                  </c:pt>
                  <c:pt idx="29">
                    <c:v>1993-08</c:v>
                  </c:pt>
                  <c:pt idx="30">
                    <c:v>1993-09</c:v>
                  </c:pt>
                  <c:pt idx="31">
                    <c:v>1993-10</c:v>
                  </c:pt>
                  <c:pt idx="32">
                    <c:v>1993-11</c:v>
                  </c:pt>
                  <c:pt idx="33">
                    <c:v>1993-12</c:v>
                  </c:pt>
                  <c:pt idx="34">
                    <c:v>1994-01</c:v>
                  </c:pt>
                  <c:pt idx="35">
                    <c:v>1994-02</c:v>
                  </c:pt>
                  <c:pt idx="36">
                    <c:v>1994-03</c:v>
                  </c:pt>
                  <c:pt idx="37">
                    <c:v>1994-04</c:v>
                  </c:pt>
                  <c:pt idx="38">
                    <c:v>1994-05</c:v>
                  </c:pt>
                  <c:pt idx="39">
                    <c:v>1994-06</c:v>
                  </c:pt>
                  <c:pt idx="40">
                    <c:v>1994-07</c:v>
                  </c:pt>
                  <c:pt idx="41">
                    <c:v>1994-08</c:v>
                  </c:pt>
                  <c:pt idx="42">
                    <c:v>1994-09</c:v>
                  </c:pt>
                  <c:pt idx="43">
                    <c:v>1994-10</c:v>
                  </c:pt>
                  <c:pt idx="44">
                    <c:v>1994-11</c:v>
                  </c:pt>
                  <c:pt idx="45">
                    <c:v>1994-12</c:v>
                  </c:pt>
                  <c:pt idx="46">
                    <c:v>1995-01</c:v>
                  </c:pt>
                  <c:pt idx="47">
                    <c:v>1995-02</c:v>
                  </c:pt>
                  <c:pt idx="48">
                    <c:v>1995-03</c:v>
                  </c:pt>
                  <c:pt idx="49">
                    <c:v>1995-04</c:v>
                  </c:pt>
                  <c:pt idx="50">
                    <c:v>1995-05</c:v>
                  </c:pt>
                  <c:pt idx="51">
                    <c:v>1995-06</c:v>
                  </c:pt>
                  <c:pt idx="52">
                    <c:v>1995-07</c:v>
                  </c:pt>
                  <c:pt idx="53">
                    <c:v>1995-08</c:v>
                  </c:pt>
                  <c:pt idx="54">
                    <c:v>1995-09</c:v>
                  </c:pt>
                  <c:pt idx="55">
                    <c:v>1995-10</c:v>
                  </c:pt>
                  <c:pt idx="56">
                    <c:v>1995-11</c:v>
                  </c:pt>
                  <c:pt idx="57">
                    <c:v>1995-12</c:v>
                  </c:pt>
                  <c:pt idx="58">
                    <c:v>1996-01</c:v>
                  </c:pt>
                  <c:pt idx="59">
                    <c:v>1996-02</c:v>
                  </c:pt>
                  <c:pt idx="60">
                    <c:v>1996-03</c:v>
                  </c:pt>
                  <c:pt idx="61">
                    <c:v>1996-04</c:v>
                  </c:pt>
                  <c:pt idx="62">
                    <c:v>1996-05</c:v>
                  </c:pt>
                  <c:pt idx="63">
                    <c:v>1996-06</c:v>
                  </c:pt>
                  <c:pt idx="64">
                    <c:v>1996-07</c:v>
                  </c:pt>
                  <c:pt idx="65">
                    <c:v>1996-08</c:v>
                  </c:pt>
                  <c:pt idx="66">
                    <c:v>1996-09</c:v>
                  </c:pt>
                  <c:pt idx="67">
                    <c:v>1996-10</c:v>
                  </c:pt>
                  <c:pt idx="68">
                    <c:v>1996-11</c:v>
                  </c:pt>
                  <c:pt idx="69">
                    <c:v>1996-12</c:v>
                  </c:pt>
                  <c:pt idx="70">
                    <c:v>1997-01</c:v>
                  </c:pt>
                  <c:pt idx="71">
                    <c:v>1997-02</c:v>
                  </c:pt>
                  <c:pt idx="72">
                    <c:v>1997-03</c:v>
                  </c:pt>
                  <c:pt idx="73">
                    <c:v>1997-04</c:v>
                  </c:pt>
                  <c:pt idx="74">
                    <c:v>1997-05</c:v>
                  </c:pt>
                  <c:pt idx="75">
                    <c:v>1997-06</c:v>
                  </c:pt>
                  <c:pt idx="76">
                    <c:v>1997-07</c:v>
                  </c:pt>
                  <c:pt idx="77">
                    <c:v>1997-08</c:v>
                  </c:pt>
                  <c:pt idx="78">
                    <c:v>1997-09</c:v>
                  </c:pt>
                  <c:pt idx="79">
                    <c:v>1997-10</c:v>
                  </c:pt>
                  <c:pt idx="80">
                    <c:v>1997-11</c:v>
                  </c:pt>
                  <c:pt idx="81">
                    <c:v>1997-12</c:v>
                  </c:pt>
                  <c:pt idx="82">
                    <c:v>1998-01</c:v>
                  </c:pt>
                  <c:pt idx="83">
                    <c:v>1998-02</c:v>
                  </c:pt>
                  <c:pt idx="84">
                    <c:v>1998-03</c:v>
                  </c:pt>
                  <c:pt idx="85">
                    <c:v>1998-04</c:v>
                  </c:pt>
                  <c:pt idx="86">
                    <c:v>1998-05</c:v>
                  </c:pt>
                  <c:pt idx="87">
                    <c:v>1998-06</c:v>
                  </c:pt>
                  <c:pt idx="88">
                    <c:v>1998-07</c:v>
                  </c:pt>
                  <c:pt idx="89">
                    <c:v>1998-08</c:v>
                  </c:pt>
                  <c:pt idx="90">
                    <c:v>1998-09</c:v>
                  </c:pt>
                  <c:pt idx="91">
                    <c:v>1998-10</c:v>
                  </c:pt>
                  <c:pt idx="92">
                    <c:v>1998-11</c:v>
                  </c:pt>
                  <c:pt idx="93">
                    <c:v>1998-12</c:v>
                  </c:pt>
                  <c:pt idx="94">
                    <c:v>1999-01</c:v>
                  </c:pt>
                  <c:pt idx="95">
                    <c:v>1999-02</c:v>
                  </c:pt>
                  <c:pt idx="96">
                    <c:v>1999-03</c:v>
                  </c:pt>
                  <c:pt idx="97">
                    <c:v>1999-04</c:v>
                  </c:pt>
                  <c:pt idx="98">
                    <c:v>1999-05</c:v>
                  </c:pt>
                  <c:pt idx="99">
                    <c:v>1999-06</c:v>
                  </c:pt>
                  <c:pt idx="100">
                    <c:v>1999-07</c:v>
                  </c:pt>
                  <c:pt idx="101">
                    <c:v>1999-08</c:v>
                  </c:pt>
                  <c:pt idx="102">
                    <c:v>1999-09</c:v>
                  </c:pt>
                  <c:pt idx="103">
                    <c:v>1999-10</c:v>
                  </c:pt>
                  <c:pt idx="104">
                    <c:v>1999-11</c:v>
                  </c:pt>
                  <c:pt idx="105">
                    <c:v>1999-12</c:v>
                  </c:pt>
                  <c:pt idx="106">
                    <c:v>2000-01</c:v>
                  </c:pt>
                  <c:pt idx="107">
                    <c:v>2000-02</c:v>
                  </c:pt>
                  <c:pt idx="108">
                    <c:v>2000-03</c:v>
                  </c:pt>
                  <c:pt idx="109">
                    <c:v>2000-04</c:v>
                  </c:pt>
                  <c:pt idx="110">
                    <c:v>2000-05</c:v>
                  </c:pt>
                  <c:pt idx="111">
                    <c:v>2000-06</c:v>
                  </c:pt>
                  <c:pt idx="112">
                    <c:v>2000-07</c:v>
                  </c:pt>
                  <c:pt idx="113">
                    <c:v>2000-08</c:v>
                  </c:pt>
                  <c:pt idx="114">
                    <c:v>2000-09</c:v>
                  </c:pt>
                  <c:pt idx="115">
                    <c:v>2000-10</c:v>
                  </c:pt>
                  <c:pt idx="116">
                    <c:v>2000-11</c:v>
                  </c:pt>
                  <c:pt idx="117">
                    <c:v>2000-12</c:v>
                  </c:pt>
                  <c:pt idx="118">
                    <c:v>2001-01</c:v>
                  </c:pt>
                  <c:pt idx="119">
                    <c:v>2001-02</c:v>
                  </c:pt>
                  <c:pt idx="120">
                    <c:v>2001-03</c:v>
                  </c:pt>
                  <c:pt idx="121">
                    <c:v>2001-04</c:v>
                  </c:pt>
                  <c:pt idx="122">
                    <c:v>2001-05</c:v>
                  </c:pt>
                  <c:pt idx="123">
                    <c:v>2001-06</c:v>
                  </c:pt>
                  <c:pt idx="124">
                    <c:v>2001-07</c:v>
                  </c:pt>
                  <c:pt idx="125">
                    <c:v>2001-08</c:v>
                  </c:pt>
                  <c:pt idx="126">
                    <c:v>2001-09</c:v>
                  </c:pt>
                  <c:pt idx="127">
                    <c:v>2001-10</c:v>
                  </c:pt>
                  <c:pt idx="128">
                    <c:v>2001-11</c:v>
                  </c:pt>
                  <c:pt idx="129">
                    <c:v>2001-12</c:v>
                  </c:pt>
                  <c:pt idx="130">
                    <c:v>2002-01</c:v>
                  </c:pt>
                  <c:pt idx="131">
                    <c:v>2002-02</c:v>
                  </c:pt>
                  <c:pt idx="132">
                    <c:v>2002-03</c:v>
                  </c:pt>
                  <c:pt idx="133">
                    <c:v>2002-04</c:v>
                  </c:pt>
                  <c:pt idx="134">
                    <c:v>2002-05</c:v>
                  </c:pt>
                  <c:pt idx="135">
                    <c:v>2002-06</c:v>
                  </c:pt>
                  <c:pt idx="136">
                    <c:v>2002-07</c:v>
                  </c:pt>
                  <c:pt idx="137">
                    <c:v>2002-08</c:v>
                  </c:pt>
                  <c:pt idx="138">
                    <c:v>2002-09</c:v>
                  </c:pt>
                  <c:pt idx="139">
                    <c:v>2002-10</c:v>
                  </c:pt>
                  <c:pt idx="140">
                    <c:v>2002-11</c:v>
                  </c:pt>
                  <c:pt idx="141">
                    <c:v>2002-12</c:v>
                  </c:pt>
                  <c:pt idx="142">
                    <c:v>2003-01</c:v>
                  </c:pt>
                  <c:pt idx="143">
                    <c:v>2003-02</c:v>
                  </c:pt>
                  <c:pt idx="144">
                    <c:v>2003-03</c:v>
                  </c:pt>
                  <c:pt idx="145">
                    <c:v>2003-04</c:v>
                  </c:pt>
                  <c:pt idx="146">
                    <c:v>2003-05</c:v>
                  </c:pt>
                  <c:pt idx="147">
                    <c:v>2003-06</c:v>
                  </c:pt>
                  <c:pt idx="148">
                    <c:v>2003-07</c:v>
                  </c:pt>
                  <c:pt idx="149">
                    <c:v>2003-08</c:v>
                  </c:pt>
                  <c:pt idx="150">
                    <c:v>2003-09</c:v>
                  </c:pt>
                  <c:pt idx="151">
                    <c:v>2003-10</c:v>
                  </c:pt>
                  <c:pt idx="152">
                    <c:v>2003-11</c:v>
                  </c:pt>
                  <c:pt idx="153">
                    <c:v>2003-12</c:v>
                  </c:pt>
                  <c:pt idx="154">
                    <c:v>2004-01</c:v>
                  </c:pt>
                  <c:pt idx="155">
                    <c:v>2004-02</c:v>
                  </c:pt>
                  <c:pt idx="156">
                    <c:v>2004-03</c:v>
                  </c:pt>
                  <c:pt idx="157">
                    <c:v>2004-04</c:v>
                  </c:pt>
                  <c:pt idx="158">
                    <c:v>2004-05</c:v>
                  </c:pt>
                  <c:pt idx="159">
                    <c:v>2004-06</c:v>
                  </c:pt>
                  <c:pt idx="160">
                    <c:v>2004-07</c:v>
                  </c:pt>
                  <c:pt idx="161">
                    <c:v>2004-08</c:v>
                  </c:pt>
                  <c:pt idx="162">
                    <c:v>2004-09</c:v>
                  </c:pt>
                  <c:pt idx="163">
                    <c:v>2004-10</c:v>
                  </c:pt>
                  <c:pt idx="164">
                    <c:v>2004-11</c:v>
                  </c:pt>
                  <c:pt idx="165">
                    <c:v>2004-12</c:v>
                  </c:pt>
                  <c:pt idx="166">
                    <c:v>2005-01</c:v>
                  </c:pt>
                  <c:pt idx="167">
                    <c:v>2005-02</c:v>
                  </c:pt>
                  <c:pt idx="168">
                    <c:v>2005-03</c:v>
                  </c:pt>
                  <c:pt idx="169">
                    <c:v>2005-04</c:v>
                  </c:pt>
                  <c:pt idx="170">
                    <c:v>2005-05</c:v>
                  </c:pt>
                  <c:pt idx="171">
                    <c:v>2005-06</c:v>
                  </c:pt>
                  <c:pt idx="172">
                    <c:v>2005-07</c:v>
                  </c:pt>
                  <c:pt idx="173">
                    <c:v>2005-08</c:v>
                  </c:pt>
                  <c:pt idx="174">
                    <c:v>2005-09</c:v>
                  </c:pt>
                  <c:pt idx="175">
                    <c:v>2005-10</c:v>
                  </c:pt>
                  <c:pt idx="176">
                    <c:v>2005-11</c:v>
                  </c:pt>
                  <c:pt idx="177">
                    <c:v>2005-12</c:v>
                  </c:pt>
                  <c:pt idx="178">
                    <c:v>2006-01</c:v>
                  </c:pt>
                  <c:pt idx="179">
                    <c:v>2006-02</c:v>
                  </c:pt>
                  <c:pt idx="180">
                    <c:v>2006-03</c:v>
                  </c:pt>
                  <c:pt idx="181">
                    <c:v>2006-04</c:v>
                  </c:pt>
                  <c:pt idx="182">
                    <c:v>2006-05</c:v>
                  </c:pt>
                  <c:pt idx="183">
                    <c:v>2006-06</c:v>
                  </c:pt>
                  <c:pt idx="184">
                    <c:v>2006-07</c:v>
                  </c:pt>
                  <c:pt idx="185">
                    <c:v>2006-08</c:v>
                  </c:pt>
                  <c:pt idx="186">
                    <c:v>2006-09</c:v>
                  </c:pt>
                  <c:pt idx="187">
                    <c:v>2006-10</c:v>
                  </c:pt>
                  <c:pt idx="188">
                    <c:v>2006-11</c:v>
                  </c:pt>
                  <c:pt idx="189">
                    <c:v>2006-12</c:v>
                  </c:pt>
                  <c:pt idx="190">
                    <c:v>2007-01</c:v>
                  </c:pt>
                  <c:pt idx="191">
                    <c:v>2007-02</c:v>
                  </c:pt>
                  <c:pt idx="192">
                    <c:v>2007-03</c:v>
                  </c:pt>
                  <c:pt idx="193">
                    <c:v>2007-04</c:v>
                  </c:pt>
                  <c:pt idx="194">
                    <c:v>2007-05</c:v>
                  </c:pt>
                  <c:pt idx="195">
                    <c:v>2007-06</c:v>
                  </c:pt>
                  <c:pt idx="196">
                    <c:v>2007-07</c:v>
                  </c:pt>
                  <c:pt idx="197">
                    <c:v>2007-08</c:v>
                  </c:pt>
                  <c:pt idx="198">
                    <c:v>2007-09</c:v>
                  </c:pt>
                  <c:pt idx="199">
                    <c:v>2007-10</c:v>
                  </c:pt>
                  <c:pt idx="200">
                    <c:v>2007-11</c:v>
                  </c:pt>
                  <c:pt idx="201">
                    <c:v>2007-12</c:v>
                  </c:pt>
                  <c:pt idx="202">
                    <c:v>2008-01</c:v>
                  </c:pt>
                  <c:pt idx="203">
                    <c:v>2008-02</c:v>
                  </c:pt>
                  <c:pt idx="204">
                    <c:v>2008-03</c:v>
                  </c:pt>
                  <c:pt idx="205">
                    <c:v>2008-04</c:v>
                  </c:pt>
                  <c:pt idx="206">
                    <c:v>2008-05</c:v>
                  </c:pt>
                  <c:pt idx="207">
                    <c:v>2008-06</c:v>
                  </c:pt>
                  <c:pt idx="208">
                    <c:v>2008-07</c:v>
                  </c:pt>
                  <c:pt idx="209">
                    <c:v>2008-08</c:v>
                  </c:pt>
                  <c:pt idx="210">
                    <c:v>2008-09</c:v>
                  </c:pt>
                  <c:pt idx="211">
                    <c:v>2008-10</c:v>
                  </c:pt>
                  <c:pt idx="212">
                    <c:v>2008-11</c:v>
                  </c:pt>
                  <c:pt idx="213">
                    <c:v>2008-12</c:v>
                  </c:pt>
                  <c:pt idx="214">
                    <c:v>2009-01</c:v>
                  </c:pt>
                  <c:pt idx="215">
                    <c:v>2009-02</c:v>
                  </c:pt>
                  <c:pt idx="216">
                    <c:v>2009-03</c:v>
                  </c:pt>
                  <c:pt idx="217">
                    <c:v>2009-04</c:v>
                  </c:pt>
                  <c:pt idx="218">
                    <c:v>2009-05</c:v>
                  </c:pt>
                  <c:pt idx="219">
                    <c:v>2009-06</c:v>
                  </c:pt>
                  <c:pt idx="220">
                    <c:v>2009-07</c:v>
                  </c:pt>
                  <c:pt idx="221">
                    <c:v>2009-08</c:v>
                  </c:pt>
                  <c:pt idx="222">
                    <c:v>2009-09</c:v>
                  </c:pt>
                  <c:pt idx="223">
                    <c:v>2009-10</c:v>
                  </c:pt>
                  <c:pt idx="224">
                    <c:v>2009-11</c:v>
                  </c:pt>
                  <c:pt idx="225">
                    <c:v>2009-12</c:v>
                  </c:pt>
                  <c:pt idx="226">
                    <c:v>2010-01</c:v>
                  </c:pt>
                  <c:pt idx="227">
                    <c:v>2010-02</c:v>
                  </c:pt>
                  <c:pt idx="228">
                    <c:v>2010-03</c:v>
                  </c:pt>
                  <c:pt idx="229">
                    <c:v>2010-04</c:v>
                  </c:pt>
                  <c:pt idx="230">
                    <c:v>2010-05</c:v>
                  </c:pt>
                  <c:pt idx="231">
                    <c:v>2010-06</c:v>
                  </c:pt>
                  <c:pt idx="232">
                    <c:v>2010-07</c:v>
                  </c:pt>
                  <c:pt idx="233">
                    <c:v>2010-08</c:v>
                  </c:pt>
                  <c:pt idx="234">
                    <c:v>2010-09</c:v>
                  </c:pt>
                  <c:pt idx="235">
                    <c:v>2010-10</c:v>
                  </c:pt>
                  <c:pt idx="236">
                    <c:v>2010-11</c:v>
                  </c:pt>
                  <c:pt idx="237">
                    <c:v>2010-12</c:v>
                  </c:pt>
                  <c:pt idx="238">
                    <c:v>2011-01</c:v>
                  </c:pt>
                  <c:pt idx="239">
                    <c:v>2011-02</c:v>
                  </c:pt>
                  <c:pt idx="240">
                    <c:v>2011-03</c:v>
                  </c:pt>
                  <c:pt idx="241">
                    <c:v>2011-04</c:v>
                  </c:pt>
                  <c:pt idx="242">
                    <c:v>2011-05</c:v>
                  </c:pt>
                  <c:pt idx="243">
                    <c:v>2011-06</c:v>
                  </c:pt>
                  <c:pt idx="244">
                    <c:v>2011-07</c:v>
                  </c:pt>
                  <c:pt idx="245">
                    <c:v>2011-08</c:v>
                  </c:pt>
                  <c:pt idx="246">
                    <c:v>2011-09</c:v>
                  </c:pt>
                  <c:pt idx="247">
                    <c:v>2011-10</c:v>
                  </c:pt>
                  <c:pt idx="248">
                    <c:v>2011-11</c:v>
                  </c:pt>
                  <c:pt idx="249">
                    <c:v>2011-12</c:v>
                  </c:pt>
                  <c:pt idx="250">
                    <c:v>2012-01</c:v>
                  </c:pt>
                  <c:pt idx="251">
                    <c:v>2012-02</c:v>
                  </c:pt>
                  <c:pt idx="252">
                    <c:v>2012-03</c:v>
                  </c:pt>
                  <c:pt idx="253">
                    <c:v>2012-04</c:v>
                  </c:pt>
                  <c:pt idx="254">
                    <c:v>2012-05</c:v>
                  </c:pt>
                  <c:pt idx="255">
                    <c:v>2012-06</c:v>
                  </c:pt>
                  <c:pt idx="256">
                    <c:v>2012-07</c:v>
                  </c:pt>
                  <c:pt idx="257">
                    <c:v>2012-08</c:v>
                  </c:pt>
                  <c:pt idx="258">
                    <c:v>2012-09</c:v>
                  </c:pt>
                  <c:pt idx="259">
                    <c:v>2012-10</c:v>
                  </c:pt>
                  <c:pt idx="260">
                    <c:v>2012-11</c:v>
                  </c:pt>
                  <c:pt idx="261">
                    <c:v>2012-12</c:v>
                  </c:pt>
                  <c:pt idx="262">
                    <c:v>2013-01</c:v>
                  </c:pt>
                  <c:pt idx="263">
                    <c:v>2013-02</c:v>
                  </c:pt>
                  <c:pt idx="264">
                    <c:v>2013-03</c:v>
                  </c:pt>
                  <c:pt idx="265">
                    <c:v>2013-04</c:v>
                  </c:pt>
                  <c:pt idx="266">
                    <c:v>2013-05</c:v>
                  </c:pt>
                  <c:pt idx="267">
                    <c:v>2013-06</c:v>
                  </c:pt>
                  <c:pt idx="268">
                    <c:v>2013-07</c:v>
                  </c:pt>
                  <c:pt idx="269">
                    <c:v>2013-08</c:v>
                  </c:pt>
                  <c:pt idx="270">
                    <c:v>2013-09</c:v>
                  </c:pt>
                  <c:pt idx="271">
                    <c:v>2013-10</c:v>
                  </c:pt>
                  <c:pt idx="272">
                    <c:v>2013-11</c:v>
                  </c:pt>
                  <c:pt idx="273">
                    <c:v>2013-12</c:v>
                  </c:pt>
                  <c:pt idx="274">
                    <c:v>2014-01</c:v>
                  </c:pt>
                  <c:pt idx="275">
                    <c:v>2014-02</c:v>
                  </c:pt>
                  <c:pt idx="276">
                    <c:v>2014-03</c:v>
                  </c:pt>
                  <c:pt idx="277">
                    <c:v>2014-04</c:v>
                  </c:pt>
                  <c:pt idx="278">
                    <c:v>2014-05</c:v>
                  </c:pt>
                  <c:pt idx="279">
                    <c:v>2014-06</c:v>
                  </c:pt>
                  <c:pt idx="280">
                    <c:v>2014-07</c:v>
                  </c:pt>
                  <c:pt idx="281">
                    <c:v>2014-08</c:v>
                  </c:pt>
                  <c:pt idx="282">
                    <c:v>2014-09</c:v>
                  </c:pt>
                  <c:pt idx="283">
                    <c:v>2014-10</c:v>
                  </c:pt>
                  <c:pt idx="284">
                    <c:v>2014-11</c:v>
                  </c:pt>
                  <c:pt idx="285">
                    <c:v>2014-12</c:v>
                  </c:pt>
                  <c:pt idx="286">
                    <c:v>2015-01</c:v>
                  </c:pt>
                  <c:pt idx="287">
                    <c:v>2015-02</c:v>
                  </c:pt>
                  <c:pt idx="288">
                    <c:v>2015-03</c:v>
                  </c:pt>
                  <c:pt idx="289">
                    <c:v>2015-04</c:v>
                  </c:pt>
                  <c:pt idx="290">
                    <c:v>2015-05</c:v>
                  </c:pt>
                  <c:pt idx="291">
                    <c:v>2015-06</c:v>
                  </c:pt>
                  <c:pt idx="292">
                    <c:v>2015-07</c:v>
                  </c:pt>
                  <c:pt idx="293">
                    <c:v>2015-08</c:v>
                  </c:pt>
                  <c:pt idx="294">
                    <c:v>2015-09</c:v>
                  </c:pt>
                  <c:pt idx="295">
                    <c:v>2015-10</c:v>
                  </c:pt>
                  <c:pt idx="296">
                    <c:v>2015-11</c:v>
                  </c:pt>
                  <c:pt idx="297">
                    <c:v>2015-12</c:v>
                  </c:pt>
                  <c:pt idx="298">
                    <c:v>2016-01</c:v>
                  </c:pt>
                  <c:pt idx="299">
                    <c:v>2016-02</c:v>
                  </c:pt>
                  <c:pt idx="300">
                    <c:v>2016-03</c:v>
                  </c:pt>
                  <c:pt idx="301">
                    <c:v>2016-04</c:v>
                  </c:pt>
                  <c:pt idx="302">
                    <c:v>2016-05</c:v>
                  </c:pt>
                  <c:pt idx="303">
                    <c:v>2016-06</c:v>
                  </c:pt>
                  <c:pt idx="304">
                    <c:v>2016-07</c:v>
                  </c:pt>
                  <c:pt idx="305">
                    <c:v>2016-08</c:v>
                  </c:pt>
                  <c:pt idx="306">
                    <c:v>2016-09</c:v>
                  </c:pt>
                  <c:pt idx="307">
                    <c:v>2016-10</c:v>
                  </c:pt>
                  <c:pt idx="308">
                    <c:v>2016-11</c:v>
                  </c:pt>
                  <c:pt idx="309">
                    <c:v>2016-12</c:v>
                  </c:pt>
                  <c:pt idx="310">
                    <c:v>2017-01</c:v>
                  </c:pt>
                  <c:pt idx="311">
                    <c:v>2017-02</c:v>
                  </c:pt>
                  <c:pt idx="312">
                    <c:v>2017-03</c:v>
                  </c:pt>
                  <c:pt idx="313">
                    <c:v>2017-04</c:v>
                  </c:pt>
                  <c:pt idx="314">
                    <c:v>2017-05</c:v>
                  </c:pt>
                  <c:pt idx="315">
                    <c:v>2017-06</c:v>
                  </c:pt>
                  <c:pt idx="316">
                    <c:v>2017-07</c:v>
                  </c:pt>
                  <c:pt idx="317">
                    <c:v>2017-08</c:v>
                  </c:pt>
                  <c:pt idx="318">
                    <c:v>2017-09</c:v>
                  </c:pt>
                  <c:pt idx="319">
                    <c:v>2017-10</c:v>
                  </c:pt>
                  <c:pt idx="320">
                    <c:v>2017-11</c:v>
                  </c:pt>
                  <c:pt idx="321">
                    <c:v>2017-12</c:v>
                  </c:pt>
                  <c:pt idx="322">
                    <c:v>2018-01</c:v>
                  </c:pt>
                  <c:pt idx="323">
                    <c:v>2018-02</c:v>
                  </c:pt>
                  <c:pt idx="324">
                    <c:v>2018-03</c:v>
                  </c:pt>
                  <c:pt idx="325">
                    <c:v>2018-04</c:v>
                  </c:pt>
                  <c:pt idx="326">
                    <c:v>2018-05</c:v>
                  </c:pt>
                  <c:pt idx="327">
                    <c:v>2018-06</c:v>
                  </c:pt>
                  <c:pt idx="328">
                    <c:v>2018-07</c:v>
                  </c:pt>
                  <c:pt idx="329">
                    <c:v>2018-08</c:v>
                  </c:pt>
                  <c:pt idx="330">
                    <c:v>2018-09</c:v>
                  </c:pt>
                  <c:pt idx="331">
                    <c:v>2018-10</c:v>
                  </c:pt>
                  <c:pt idx="332">
                    <c:v>2018-11</c:v>
                  </c:pt>
                  <c:pt idx="333">
                    <c:v>2018-12</c:v>
                  </c:pt>
                  <c:pt idx="334">
                    <c:v>2019-01</c:v>
                  </c:pt>
                  <c:pt idx="335">
                    <c:v>2019-02</c:v>
                  </c:pt>
                  <c:pt idx="336">
                    <c:v>2019-03</c:v>
                  </c:pt>
                  <c:pt idx="337">
                    <c:v>2019-04</c:v>
                  </c:pt>
                  <c:pt idx="338">
                    <c:v>2019-05</c:v>
                  </c:pt>
                  <c:pt idx="339">
                    <c:v>2019-06</c:v>
                  </c:pt>
                  <c:pt idx="340">
                    <c:v>2019-07</c:v>
                  </c:pt>
                  <c:pt idx="341">
                    <c:v>2019-08</c:v>
                  </c:pt>
                  <c:pt idx="342">
                    <c:v>2019-09</c:v>
                  </c:pt>
                  <c:pt idx="343">
                    <c:v>2019-10</c:v>
                  </c:pt>
                  <c:pt idx="344">
                    <c:v>2019-11</c:v>
                  </c:pt>
                  <c:pt idx="345">
                    <c:v>2019-12</c:v>
                  </c:pt>
                  <c:pt idx="346">
                    <c:v>2020-01</c:v>
                  </c:pt>
                  <c:pt idx="347">
                    <c:v>2020-02</c:v>
                  </c:pt>
                  <c:pt idx="348">
                    <c:v>2020-03</c:v>
                  </c:pt>
                  <c:pt idx="349">
                    <c:v>2020-04</c:v>
                  </c:pt>
                  <c:pt idx="350">
                    <c:v>2020-05</c:v>
                  </c:pt>
                  <c:pt idx="351">
                    <c:v>2020-06</c:v>
                  </c:pt>
                  <c:pt idx="352">
                    <c:v>2020-07</c:v>
                  </c:pt>
                  <c:pt idx="353">
                    <c:v>2020-08</c:v>
                  </c:pt>
                  <c:pt idx="354">
                    <c:v>2020-09</c:v>
                  </c:pt>
                  <c:pt idx="355">
                    <c:v>2020-10</c:v>
                  </c:pt>
                  <c:pt idx="356">
                    <c:v>2020-11</c:v>
                  </c:pt>
                  <c:pt idx="357">
                    <c:v>2020-12</c:v>
                  </c:pt>
                  <c:pt idx="358">
                    <c:v>2021-01</c:v>
                  </c:pt>
                  <c:pt idx="359">
                    <c:v>2021-02</c:v>
                  </c:pt>
                  <c:pt idx="360">
                    <c:v>2021-03</c:v>
                  </c:pt>
                  <c:pt idx="361">
                    <c:v>2021-04</c:v>
                  </c:pt>
                  <c:pt idx="362">
                    <c:v>2021-05</c:v>
                  </c:pt>
                  <c:pt idx="363">
                    <c:v>2021-06</c:v>
                  </c:pt>
                  <c:pt idx="364">
                    <c:v>2021-07</c:v>
                  </c:pt>
                  <c:pt idx="365">
                    <c:v>2021-08</c:v>
                  </c:pt>
                  <c:pt idx="366">
                    <c:v>2021-09</c:v>
                  </c:pt>
                  <c:pt idx="367">
                    <c:v>2021-10</c:v>
                  </c:pt>
                  <c:pt idx="368">
                    <c:v>2021-11</c:v>
                  </c:pt>
                  <c:pt idx="369">
                    <c:v>2021-12</c:v>
                  </c:pt>
                  <c:pt idx="370">
                    <c:v>2022-01</c:v>
                  </c:pt>
                  <c:pt idx="371">
                    <c:v>2022-02</c:v>
                  </c:pt>
                  <c:pt idx="372">
                    <c:v>2022-03</c:v>
                  </c:pt>
                  <c:pt idx="373">
                    <c:v>2022-04</c:v>
                  </c:pt>
                  <c:pt idx="374">
                    <c:v>2022-05</c:v>
                  </c:pt>
                  <c:pt idx="375">
                    <c:v>2022-06</c:v>
                  </c:pt>
                  <c:pt idx="376">
                    <c:v>2022-07</c:v>
                  </c:pt>
                  <c:pt idx="377">
                    <c:v>2022-08</c:v>
                  </c:pt>
                  <c:pt idx="378">
                    <c:v>2022-09</c:v>
                  </c:pt>
                  <c:pt idx="379">
                    <c:v>2022-10</c:v>
                  </c:pt>
                  <c:pt idx="380">
                    <c:v>2022-11</c:v>
                  </c:pt>
                  <c:pt idx="381">
                    <c:v>2022-12</c:v>
                  </c:pt>
                </c:lvl>
              </c:multiLvlStrCache>
            </c:multiLvlStrRef>
          </c:cat>
          <c:val>
            <c:numRef>
              <c:f>Sheet1!$C$2:$C$383</c:f>
              <c:numCache>
                <c:formatCode>General</c:formatCode>
                <c:ptCount val="382"/>
                <c:pt idx="0">
                  <c:v>-2.55</c:v>
                </c:pt>
                <c:pt idx="1">
                  <c:v>-3.87</c:v>
                </c:pt>
                <c:pt idx="2">
                  <c:v>-5.6</c:v>
                </c:pt>
                <c:pt idx="3">
                  <c:v>-5.07</c:v>
                </c:pt>
                <c:pt idx="4">
                  <c:v>-4.38</c:v>
                </c:pt>
                <c:pt idx="5">
                  <c:v>-3.62</c:v>
                </c:pt>
                <c:pt idx="6">
                  <c:v>-3.29</c:v>
                </c:pt>
                <c:pt idx="7">
                  <c:v>-5</c:v>
                </c:pt>
                <c:pt idx="8">
                  <c:v>-5.58</c:v>
                </c:pt>
                <c:pt idx="9">
                  <c:v>-5.04</c:v>
                </c:pt>
                <c:pt idx="10">
                  <c:v>-2.77</c:v>
                </c:pt>
                <c:pt idx="11">
                  <c:v>-3.11</c:v>
                </c:pt>
                <c:pt idx="12">
                  <c:v>-4.15</c:v>
                </c:pt>
                <c:pt idx="13">
                  <c:v>-6.17</c:v>
                </c:pt>
                <c:pt idx="14">
                  <c:v>-2.46</c:v>
                </c:pt>
                <c:pt idx="15">
                  <c:v>-4.32</c:v>
                </c:pt>
                <c:pt idx="16">
                  <c:v>-2.68</c:v>
                </c:pt>
                <c:pt idx="17">
                  <c:v>-3.21</c:v>
                </c:pt>
                <c:pt idx="18">
                  <c:v>-2.57</c:v>
                </c:pt>
                <c:pt idx="19">
                  <c:v>-5.32</c:v>
                </c:pt>
                <c:pt idx="20">
                  <c:v>-1.92</c:v>
                </c:pt>
                <c:pt idx="21">
                  <c:v>-1.25</c:v>
                </c:pt>
                <c:pt idx="22">
                  <c:v>-2.77</c:v>
                </c:pt>
                <c:pt idx="23">
                  <c:v>-3.93</c:v>
                </c:pt>
                <c:pt idx="24">
                  <c:v>-1.87</c:v>
                </c:pt>
                <c:pt idx="25">
                  <c:v>-4.99</c:v>
                </c:pt>
                <c:pt idx="26">
                  <c:v>-3.75</c:v>
                </c:pt>
                <c:pt idx="27">
                  <c:v>-2.88</c:v>
                </c:pt>
                <c:pt idx="28">
                  <c:v>-3.27</c:v>
                </c:pt>
                <c:pt idx="29">
                  <c:v>-1.8</c:v>
                </c:pt>
                <c:pt idx="30">
                  <c:v>-2.29</c:v>
                </c:pt>
                <c:pt idx="31">
                  <c:v>-1.33</c:v>
                </c:pt>
                <c:pt idx="32">
                  <c:v>-2.56</c:v>
                </c:pt>
                <c:pt idx="33">
                  <c:v>-1.63</c:v>
                </c:pt>
                <c:pt idx="34">
                  <c:v>-0.92</c:v>
                </c:pt>
                <c:pt idx="35">
                  <c:v>-3.68</c:v>
                </c:pt>
                <c:pt idx="36">
                  <c:v>-7.56</c:v>
                </c:pt>
                <c:pt idx="37">
                  <c:v>-8.31</c:v>
                </c:pt>
                <c:pt idx="38">
                  <c:v>-8.4</c:v>
                </c:pt>
                <c:pt idx="39">
                  <c:v>-8.13</c:v>
                </c:pt>
                <c:pt idx="40">
                  <c:v>-7.44</c:v>
                </c:pt>
                <c:pt idx="41">
                  <c:v>-5.17</c:v>
                </c:pt>
                <c:pt idx="42">
                  <c:v>-4.63</c:v>
                </c:pt>
                <c:pt idx="43">
                  <c:v>-6.15</c:v>
                </c:pt>
                <c:pt idx="44">
                  <c:v>-6.65</c:v>
                </c:pt>
                <c:pt idx="45">
                  <c:v>-7.58</c:v>
                </c:pt>
                <c:pt idx="46">
                  <c:v>-4.75</c:v>
                </c:pt>
                <c:pt idx="47">
                  <c:v>-2.41</c:v>
                </c:pt>
                <c:pt idx="48">
                  <c:v>-1.23</c:v>
                </c:pt>
                <c:pt idx="49">
                  <c:v>-0.85</c:v>
                </c:pt>
                <c:pt idx="50">
                  <c:v>-1.7</c:v>
                </c:pt>
                <c:pt idx="51">
                  <c:v>-1.57</c:v>
                </c:pt>
                <c:pt idx="52">
                  <c:v>-2.09</c:v>
                </c:pt>
                <c:pt idx="53">
                  <c:v>-1.79</c:v>
                </c:pt>
                <c:pt idx="54">
                  <c:v>-0.98</c:v>
                </c:pt>
                <c:pt idx="55">
                  <c:v>-2.36</c:v>
                </c:pt>
                <c:pt idx="56">
                  <c:v>-1.09</c:v>
                </c:pt>
                <c:pt idx="57">
                  <c:v>-2.53</c:v>
                </c:pt>
                <c:pt idx="58">
                  <c:v>-3.73</c:v>
                </c:pt>
                <c:pt idx="59">
                  <c:v>-3.18</c:v>
                </c:pt>
                <c:pt idx="60">
                  <c:v>-4.23</c:v>
                </c:pt>
                <c:pt idx="61">
                  <c:v>-4.58</c:v>
                </c:pt>
                <c:pt idx="62">
                  <c:v>-3.51</c:v>
                </c:pt>
                <c:pt idx="63">
                  <c:v>-2.44</c:v>
                </c:pt>
                <c:pt idx="64">
                  <c:v>-7.64</c:v>
                </c:pt>
                <c:pt idx="65">
                  <c:v>-4.2</c:v>
                </c:pt>
                <c:pt idx="66">
                  <c:v>-4.28</c:v>
                </c:pt>
                <c:pt idx="67">
                  <c:v>-1.91</c:v>
                </c:pt>
                <c:pt idx="68">
                  <c:v>-0.99</c:v>
                </c:pt>
                <c:pt idx="69">
                  <c:v>-4.76</c:v>
                </c:pt>
                <c:pt idx="70">
                  <c:v>-2.7</c:v>
                </c:pt>
                <c:pt idx="71">
                  <c:v>-3.12</c:v>
                </c:pt>
                <c:pt idx="72">
                  <c:v>-5.2</c:v>
                </c:pt>
                <c:pt idx="73">
                  <c:v>-9.63</c:v>
                </c:pt>
                <c:pt idx="74">
                  <c:v>-2.18</c:v>
                </c:pt>
                <c:pt idx="75">
                  <c:v>-2.23</c:v>
                </c:pt>
                <c:pt idx="76">
                  <c:v>-2.53</c:v>
                </c:pt>
                <c:pt idx="77">
                  <c:v>-6.34</c:v>
                </c:pt>
                <c:pt idx="78">
                  <c:v>-4.97</c:v>
                </c:pt>
                <c:pt idx="79">
                  <c:v>-10.8</c:v>
                </c:pt>
                <c:pt idx="80">
                  <c:v>-7.85</c:v>
                </c:pt>
                <c:pt idx="81">
                  <c:v>-5.19</c:v>
                </c:pt>
                <c:pt idx="82">
                  <c:v>-5.7</c:v>
                </c:pt>
                <c:pt idx="83">
                  <c:v>-0.73</c:v>
                </c:pt>
                <c:pt idx="84">
                  <c:v>-1.61</c:v>
                </c:pt>
                <c:pt idx="85">
                  <c:v>-4.02</c:v>
                </c:pt>
                <c:pt idx="86">
                  <c:v>-3.51</c:v>
                </c:pt>
                <c:pt idx="87">
                  <c:v>-4.73</c:v>
                </c:pt>
                <c:pt idx="88">
                  <c:v>-5.57</c:v>
                </c:pt>
                <c:pt idx="89">
                  <c:v>-19.34</c:v>
                </c:pt>
                <c:pt idx="90">
                  <c:v>-17.94</c:v>
                </c:pt>
                <c:pt idx="91">
                  <c:v>-19.15</c:v>
                </c:pt>
                <c:pt idx="92">
                  <c:v>-6.4</c:v>
                </c:pt>
                <c:pt idx="93">
                  <c:v>-4.29</c:v>
                </c:pt>
                <c:pt idx="94">
                  <c:v>-4.93</c:v>
                </c:pt>
                <c:pt idx="95">
                  <c:v>-4.96</c:v>
                </c:pt>
                <c:pt idx="96">
                  <c:v>-4.23</c:v>
                </c:pt>
                <c:pt idx="97">
                  <c:v>-5.09</c:v>
                </c:pt>
                <c:pt idx="98">
                  <c:v>-6.3</c:v>
                </c:pt>
                <c:pt idx="99">
                  <c:v>-5.41</c:v>
                </c:pt>
                <c:pt idx="100">
                  <c:v>-6.35</c:v>
                </c:pt>
                <c:pt idx="101">
                  <c:v>-9.68</c:v>
                </c:pt>
                <c:pt idx="102">
                  <c:v>-10.6</c:v>
                </c:pt>
                <c:pt idx="103">
                  <c:v>-12.08</c:v>
                </c:pt>
                <c:pt idx="104">
                  <c:v>-5.01</c:v>
                </c:pt>
                <c:pt idx="105">
                  <c:v>-2.1</c:v>
                </c:pt>
                <c:pt idx="106">
                  <c:v>-7.17</c:v>
                </c:pt>
                <c:pt idx="107">
                  <c:v>-8.99</c:v>
                </c:pt>
                <c:pt idx="108">
                  <c:v>-7.48</c:v>
                </c:pt>
                <c:pt idx="109">
                  <c:v>-11.19</c:v>
                </c:pt>
                <c:pt idx="110">
                  <c:v>-10.06</c:v>
                </c:pt>
                <c:pt idx="111">
                  <c:v>-5.63</c:v>
                </c:pt>
                <c:pt idx="112">
                  <c:v>-7.04</c:v>
                </c:pt>
                <c:pt idx="113">
                  <c:v>-5.85</c:v>
                </c:pt>
                <c:pt idx="114">
                  <c:v>-6.61</c:v>
                </c:pt>
                <c:pt idx="115">
                  <c:v>-12.94</c:v>
                </c:pt>
                <c:pt idx="116">
                  <c:v>-13.91</c:v>
                </c:pt>
                <c:pt idx="117">
                  <c:v>-17.2</c:v>
                </c:pt>
                <c:pt idx="118">
                  <c:v>-15.99</c:v>
                </c:pt>
                <c:pt idx="119">
                  <c:v>-18.82</c:v>
                </c:pt>
                <c:pt idx="120">
                  <c:v>-26.83</c:v>
                </c:pt>
                <c:pt idx="121">
                  <c:v>-27.77</c:v>
                </c:pt>
                <c:pt idx="122">
                  <c:v>-18.45</c:v>
                </c:pt>
                <c:pt idx="123">
                  <c:v>-20.89</c:v>
                </c:pt>
                <c:pt idx="124">
                  <c:v>-23.29</c:v>
                </c:pt>
                <c:pt idx="125">
                  <c:v>-26.08</c:v>
                </c:pt>
                <c:pt idx="126">
                  <c:v>-36.77</c:v>
                </c:pt>
                <c:pt idx="127">
                  <c:v>-32.01</c:v>
                </c:pt>
                <c:pt idx="128">
                  <c:v>-29.03</c:v>
                </c:pt>
                <c:pt idx="129">
                  <c:v>-26.72</c:v>
                </c:pt>
                <c:pt idx="130">
                  <c:v>-27.94</c:v>
                </c:pt>
                <c:pt idx="131">
                  <c:v>-29.28</c:v>
                </c:pt>
                <c:pt idx="132">
                  <c:v>-25.9</c:v>
                </c:pt>
                <c:pt idx="133">
                  <c:v>-30.25</c:v>
                </c:pt>
                <c:pt idx="134">
                  <c:v>-31.29</c:v>
                </c:pt>
                <c:pt idx="135">
                  <c:v>-36.26</c:v>
                </c:pt>
                <c:pt idx="136">
                  <c:v>-47.78</c:v>
                </c:pt>
                <c:pt idx="137">
                  <c:v>-45.36</c:v>
                </c:pt>
                <c:pt idx="138">
                  <c:v>-46.63</c:v>
                </c:pt>
                <c:pt idx="139">
                  <c:v>-49.15</c:v>
                </c:pt>
                <c:pt idx="140">
                  <c:v>-42.64</c:v>
                </c:pt>
                <c:pt idx="141">
                  <c:v>-42.69</c:v>
                </c:pt>
                <c:pt idx="142">
                  <c:v>-44.7</c:v>
                </c:pt>
                <c:pt idx="143">
                  <c:v>-46.49</c:v>
                </c:pt>
                <c:pt idx="144">
                  <c:v>-47.58</c:v>
                </c:pt>
                <c:pt idx="145">
                  <c:v>-43.8</c:v>
                </c:pt>
                <c:pt idx="146">
                  <c:v>-40.01</c:v>
                </c:pt>
                <c:pt idx="147">
                  <c:v>-36.69</c:v>
                </c:pt>
                <c:pt idx="148">
                  <c:v>-35.92</c:v>
                </c:pt>
                <c:pt idx="149">
                  <c:v>-36.79</c:v>
                </c:pt>
                <c:pt idx="150">
                  <c:v>-34.8</c:v>
                </c:pt>
                <c:pt idx="151">
                  <c:v>-33.34</c:v>
                </c:pt>
                <c:pt idx="152">
                  <c:v>-32.33</c:v>
                </c:pt>
                <c:pt idx="153">
                  <c:v>-30.67</c:v>
                </c:pt>
                <c:pt idx="154">
                  <c:v>-27.43</c:v>
                </c:pt>
                <c:pt idx="155">
                  <c:v>-26.25</c:v>
                </c:pt>
                <c:pt idx="156">
                  <c:v>-28.55</c:v>
                </c:pt>
                <c:pt idx="157">
                  <c:v>-27.51</c:v>
                </c:pt>
                <c:pt idx="158">
                  <c:v>-29.03</c:v>
                </c:pt>
                <c:pt idx="159">
                  <c:v>-26.9</c:v>
                </c:pt>
                <c:pt idx="160">
                  <c:v>-29.03</c:v>
                </c:pt>
                <c:pt idx="161">
                  <c:v>-30.39</c:v>
                </c:pt>
                <c:pt idx="162">
                  <c:v>-27.75</c:v>
                </c:pt>
                <c:pt idx="163">
                  <c:v>-28.33</c:v>
                </c:pt>
                <c:pt idx="164">
                  <c:v>-25.99</c:v>
                </c:pt>
                <c:pt idx="165">
                  <c:v>-22.94</c:v>
                </c:pt>
                <c:pt idx="166">
                  <c:v>-23.81</c:v>
                </c:pt>
                <c:pt idx="167">
                  <c:v>-22.48</c:v>
                </c:pt>
                <c:pt idx="168">
                  <c:v>-23.71</c:v>
                </c:pt>
                <c:pt idx="169">
                  <c:v>-25.53</c:v>
                </c:pt>
                <c:pt idx="170">
                  <c:v>-24.45</c:v>
                </c:pt>
                <c:pt idx="171">
                  <c:v>-22.05</c:v>
                </c:pt>
                <c:pt idx="172">
                  <c:v>-21.8</c:v>
                </c:pt>
                <c:pt idx="173">
                  <c:v>-21.1</c:v>
                </c:pt>
                <c:pt idx="174">
                  <c:v>-20.77</c:v>
                </c:pt>
                <c:pt idx="175">
                  <c:v>-22.95</c:v>
                </c:pt>
                <c:pt idx="176">
                  <c:v>-21.26</c:v>
                </c:pt>
                <c:pt idx="177">
                  <c:v>-18.28</c:v>
                </c:pt>
                <c:pt idx="178">
                  <c:v>-17.41</c:v>
                </c:pt>
                <c:pt idx="179">
                  <c:v>-17.85</c:v>
                </c:pt>
                <c:pt idx="180">
                  <c:v>-16.71</c:v>
                </c:pt>
                <c:pt idx="181">
                  <c:v>-15.85</c:v>
                </c:pt>
                <c:pt idx="182">
                  <c:v>-17.73</c:v>
                </c:pt>
                <c:pt idx="183">
                  <c:v>-19.89</c:v>
                </c:pt>
                <c:pt idx="184">
                  <c:v>-19.18</c:v>
                </c:pt>
                <c:pt idx="185">
                  <c:v>-17.12</c:v>
                </c:pt>
                <c:pt idx="186">
                  <c:v>-15.28</c:v>
                </c:pt>
                <c:pt idx="187">
                  <c:v>-12.84</c:v>
                </c:pt>
                <c:pt idx="188">
                  <c:v>-10.68</c:v>
                </c:pt>
                <c:pt idx="189">
                  <c:v>-8.56</c:v>
                </c:pt>
                <c:pt idx="190">
                  <c:v>-7.71</c:v>
                </c:pt>
                <c:pt idx="191">
                  <c:v>-8.41</c:v>
                </c:pt>
                <c:pt idx="192">
                  <c:v>-10.04</c:v>
                </c:pt>
                <c:pt idx="193">
                  <c:v>-6.74</c:v>
                </c:pt>
                <c:pt idx="194">
                  <c:v>-2.69</c:v>
                </c:pt>
                <c:pt idx="195">
                  <c:v>-3.15</c:v>
                </c:pt>
                <c:pt idx="196">
                  <c:v>-6.3</c:v>
                </c:pt>
                <c:pt idx="197">
                  <c:v>-9.43</c:v>
                </c:pt>
                <c:pt idx="198">
                  <c:v>-6.53</c:v>
                </c:pt>
                <c:pt idx="199">
                  <c:v>-4.12</c:v>
                </c:pt>
                <c:pt idx="200">
                  <c:v>-10.09</c:v>
                </c:pt>
                <c:pt idx="201">
                  <c:v>-7.62</c:v>
                </c:pt>
                <c:pt idx="202">
                  <c:v>-16.27</c:v>
                </c:pt>
                <c:pt idx="203">
                  <c:v>-15.25</c:v>
                </c:pt>
                <c:pt idx="204">
                  <c:v>-18.64</c:v>
                </c:pt>
                <c:pt idx="205">
                  <c:v>-15.13</c:v>
                </c:pt>
                <c:pt idx="206">
                  <c:v>-12.09</c:v>
                </c:pt>
                <c:pt idx="207">
                  <c:v>-18.32</c:v>
                </c:pt>
                <c:pt idx="208">
                  <c:v>-22.38</c:v>
                </c:pt>
                <c:pt idx="209">
                  <c:v>-20.2</c:v>
                </c:pt>
                <c:pt idx="210">
                  <c:v>-29.31</c:v>
                </c:pt>
                <c:pt idx="211">
                  <c:v>-45.76</c:v>
                </c:pt>
                <c:pt idx="212">
                  <c:v>-51.93</c:v>
                </c:pt>
                <c:pt idx="213">
                  <c:v>-47.85</c:v>
                </c:pt>
                <c:pt idx="214">
                  <c:v>-48.55</c:v>
                </c:pt>
                <c:pt idx="215">
                  <c:v>-53.03</c:v>
                </c:pt>
                <c:pt idx="216">
                  <c:v>-56.78</c:v>
                </c:pt>
                <c:pt idx="217">
                  <c:v>-48.18</c:v>
                </c:pt>
                <c:pt idx="218">
                  <c:v>-43.93</c:v>
                </c:pt>
                <c:pt idx="219">
                  <c:v>-42.94</c:v>
                </c:pt>
                <c:pt idx="220">
                  <c:v>-43.83</c:v>
                </c:pt>
                <c:pt idx="221">
                  <c:v>-37.4</c:v>
                </c:pt>
                <c:pt idx="222">
                  <c:v>-36.44</c:v>
                </c:pt>
                <c:pt idx="223">
                  <c:v>-34.5</c:v>
                </c:pt>
                <c:pt idx="224">
                  <c:v>-33.37</c:v>
                </c:pt>
                <c:pt idx="225">
                  <c:v>-30.23</c:v>
                </c:pt>
                <c:pt idx="226">
                  <c:v>-31.39</c:v>
                </c:pt>
                <c:pt idx="227">
                  <c:v>-32.48</c:v>
                </c:pt>
                <c:pt idx="228">
                  <c:v>-28.72</c:v>
                </c:pt>
                <c:pt idx="229">
                  <c:v>-24.73</c:v>
                </c:pt>
                <c:pt idx="230">
                  <c:v>-31.77</c:v>
                </c:pt>
                <c:pt idx="231">
                  <c:v>-34.15</c:v>
                </c:pt>
                <c:pt idx="232">
                  <c:v>-34.67</c:v>
                </c:pt>
                <c:pt idx="233">
                  <c:v>-33.09</c:v>
                </c:pt>
                <c:pt idx="234">
                  <c:v>-30.98</c:v>
                </c:pt>
                <c:pt idx="235">
                  <c:v>-27.35</c:v>
                </c:pt>
                <c:pt idx="236">
                  <c:v>-24.71</c:v>
                </c:pt>
                <c:pt idx="237">
                  <c:v>-22.94</c:v>
                </c:pt>
                <c:pt idx="238">
                  <c:v>-18.87</c:v>
                </c:pt>
                <c:pt idx="239">
                  <c:v>-16.68</c:v>
                </c:pt>
                <c:pt idx="240">
                  <c:v>-19.7</c:v>
                </c:pt>
                <c:pt idx="241">
                  <c:v>-16.61</c:v>
                </c:pt>
                <c:pt idx="242">
                  <c:v>-15.9</c:v>
                </c:pt>
                <c:pt idx="243">
                  <c:v>-19.15</c:v>
                </c:pt>
                <c:pt idx="244">
                  <c:v>-17.43</c:v>
                </c:pt>
                <c:pt idx="245">
                  <c:v>-28.48</c:v>
                </c:pt>
                <c:pt idx="246">
                  <c:v>-27.83</c:v>
                </c:pt>
                <c:pt idx="247">
                  <c:v>-29.77</c:v>
                </c:pt>
                <c:pt idx="248">
                  <c:v>-25.97</c:v>
                </c:pt>
                <c:pt idx="249">
                  <c:v>-22.99</c:v>
                </c:pt>
                <c:pt idx="250">
                  <c:v>-18.41</c:v>
                </c:pt>
                <c:pt idx="251">
                  <c:v>-15.4</c:v>
                </c:pt>
                <c:pt idx="252">
                  <c:v>-14.17</c:v>
                </c:pt>
                <c:pt idx="253">
                  <c:v>-13.2</c:v>
                </c:pt>
                <c:pt idx="254">
                  <c:v>-17.25</c:v>
                </c:pt>
                <c:pt idx="255">
                  <c:v>-18.34</c:v>
                </c:pt>
                <c:pt idx="256">
                  <c:v>-14.72</c:v>
                </c:pt>
                <c:pt idx="257">
                  <c:v>-12.79</c:v>
                </c:pt>
                <c:pt idx="258">
                  <c:v>-10.33</c:v>
                </c:pt>
                <c:pt idx="259">
                  <c:v>-9.99</c:v>
                </c:pt>
                <c:pt idx="260">
                  <c:v>-13.53</c:v>
                </c:pt>
                <c:pt idx="261">
                  <c:v>-10.4</c:v>
                </c:pt>
                <c:pt idx="262">
                  <c:v>-6.9</c:v>
                </c:pt>
                <c:pt idx="263">
                  <c:v>-4.94</c:v>
                </c:pt>
                <c:pt idx="264">
                  <c:v>-3</c:v>
                </c:pt>
                <c:pt idx="265">
                  <c:v>-3.25</c:v>
                </c:pt>
                <c:pt idx="266">
                  <c:v>-2.3</c:v>
                </c:pt>
                <c:pt idx="267">
                  <c:v>-5.76</c:v>
                </c:pt>
                <c:pt idx="268">
                  <c:v>-3.3</c:v>
                </c:pt>
                <c:pt idx="269">
                  <c:v>-4.63</c:v>
                </c:pt>
                <c:pt idx="270">
                  <c:v>-4.09</c:v>
                </c:pt>
                <c:pt idx="271">
                  <c:v>-4.06</c:v>
                </c:pt>
                <c:pt idx="272">
                  <c:v>-1.4</c:v>
                </c:pt>
                <c:pt idx="273">
                  <c:v>-1.83</c:v>
                </c:pt>
                <c:pt idx="274">
                  <c:v>-4.01</c:v>
                </c:pt>
                <c:pt idx="275">
                  <c:v>-5.76</c:v>
                </c:pt>
                <c:pt idx="276">
                  <c:v>-1.97</c:v>
                </c:pt>
                <c:pt idx="277">
                  <c:v>-3.98</c:v>
                </c:pt>
                <c:pt idx="278">
                  <c:v>-1.4</c:v>
                </c:pt>
                <c:pt idx="279">
                  <c:v>-1.08</c:v>
                </c:pt>
                <c:pt idx="280">
                  <c:v>-2.88</c:v>
                </c:pt>
                <c:pt idx="281">
                  <c:v>-3.94</c:v>
                </c:pt>
                <c:pt idx="282">
                  <c:v>-2.26</c:v>
                </c:pt>
                <c:pt idx="283">
                  <c:v>-7.4</c:v>
                </c:pt>
                <c:pt idx="284">
                  <c:v>-0.29</c:v>
                </c:pt>
                <c:pt idx="285">
                  <c:v>-4.95</c:v>
                </c:pt>
                <c:pt idx="286">
                  <c:v>-4.68</c:v>
                </c:pt>
                <c:pt idx="287">
                  <c:v>-3.33</c:v>
                </c:pt>
                <c:pt idx="288">
                  <c:v>-3.64</c:v>
                </c:pt>
                <c:pt idx="289">
                  <c:v>-2.73</c:v>
                </c:pt>
                <c:pt idx="290">
                  <c:v>-1.77</c:v>
                </c:pt>
                <c:pt idx="291">
                  <c:v>-3.43</c:v>
                </c:pt>
                <c:pt idx="292">
                  <c:v>-3.95</c:v>
                </c:pt>
                <c:pt idx="293">
                  <c:v>-12.35</c:v>
                </c:pt>
                <c:pt idx="294">
                  <c:v>-11.69</c:v>
                </c:pt>
                <c:pt idx="295">
                  <c:v>-9.71</c:v>
                </c:pt>
                <c:pt idx="296">
                  <c:v>-5.06</c:v>
                </c:pt>
                <c:pt idx="297">
                  <c:v>-5.88</c:v>
                </c:pt>
                <c:pt idx="298">
                  <c:v>-12.74</c:v>
                </c:pt>
                <c:pt idx="299">
                  <c:v>-14.16</c:v>
                </c:pt>
                <c:pt idx="300">
                  <c:v>-7.16</c:v>
                </c:pt>
                <c:pt idx="301">
                  <c:v>-4.17</c:v>
                </c:pt>
                <c:pt idx="302">
                  <c:v>-4.26</c:v>
                </c:pt>
                <c:pt idx="303">
                  <c:v>-6.11</c:v>
                </c:pt>
                <c:pt idx="304">
                  <c:v>-1.98</c:v>
                </c:pt>
                <c:pt idx="305">
                  <c:v>-0.96</c:v>
                </c:pt>
                <c:pt idx="306">
                  <c:v>-2.94</c:v>
                </c:pt>
                <c:pt idx="307">
                  <c:v>-2.92</c:v>
                </c:pt>
                <c:pt idx="308">
                  <c:v>-4.79</c:v>
                </c:pt>
                <c:pt idx="309">
                  <c:v>-1.45</c:v>
                </c:pt>
                <c:pt idx="310">
                  <c:v>-0.85</c:v>
                </c:pt>
                <c:pt idx="311">
                  <c:v>-0.82</c:v>
                </c:pt>
                <c:pt idx="312">
                  <c:v>-2.27</c:v>
                </c:pt>
                <c:pt idx="313">
                  <c:v>-2.8</c:v>
                </c:pt>
                <c:pt idx="314">
                  <c:v>-1.89</c:v>
                </c:pt>
                <c:pt idx="315">
                  <c:v>-1.39</c:v>
                </c:pt>
                <c:pt idx="316">
                  <c:v>-1.78</c:v>
                </c:pt>
                <c:pt idx="317">
                  <c:v>-2.23</c:v>
                </c:pt>
                <c:pt idx="318">
                  <c:v>-0.93</c:v>
                </c:pt>
                <c:pt idx="319">
                  <c:v>-0.7</c:v>
                </c:pt>
                <c:pt idx="320">
                  <c:v>-1.15</c:v>
                </c:pt>
                <c:pt idx="321">
                  <c:v>-0.69</c:v>
                </c:pt>
                <c:pt idx="322">
                  <c:v>-1.76</c:v>
                </c:pt>
                <c:pt idx="323">
                  <c:v>-10.16</c:v>
                </c:pt>
                <c:pt idx="324">
                  <c:v>-9.91</c:v>
                </c:pt>
                <c:pt idx="325">
                  <c:v>-10.13</c:v>
                </c:pt>
                <c:pt idx="326">
                  <c:v>-8.46</c:v>
                </c:pt>
                <c:pt idx="327">
                  <c:v>-6.03</c:v>
                </c:pt>
                <c:pt idx="328">
                  <c:v>-5.56</c:v>
                </c:pt>
                <c:pt idx="329">
                  <c:v>-2.07</c:v>
                </c:pt>
                <c:pt idx="330">
                  <c:v>-1.45</c:v>
                </c:pt>
                <c:pt idx="331">
                  <c:v>-9.88</c:v>
                </c:pt>
                <c:pt idx="332">
                  <c:v>-10.17</c:v>
                </c:pt>
                <c:pt idx="333">
                  <c:v>-19.78</c:v>
                </c:pt>
                <c:pt idx="334">
                  <c:v>-16.48</c:v>
                </c:pt>
                <c:pt idx="335">
                  <c:v>-7.67</c:v>
                </c:pt>
                <c:pt idx="336">
                  <c:v>-6.4</c:v>
                </c:pt>
                <c:pt idx="337">
                  <c:v>-2.17</c:v>
                </c:pt>
                <c:pt idx="338">
                  <c:v>-6.58</c:v>
                </c:pt>
                <c:pt idx="339">
                  <c:v>-6.84</c:v>
                </c:pt>
                <c:pt idx="340">
                  <c:v>-1.5</c:v>
                </c:pt>
                <c:pt idx="341">
                  <c:v>-6.12</c:v>
                </c:pt>
                <c:pt idx="342">
                  <c:v>-3.95</c:v>
                </c:pt>
                <c:pt idx="343">
                  <c:v>-4.57</c:v>
                </c:pt>
                <c:pt idx="344">
                  <c:v>-0.59</c:v>
                </c:pt>
                <c:pt idx="345">
                  <c:v>-1.92</c:v>
                </c:pt>
                <c:pt idx="346">
                  <c:v>-3.13</c:v>
                </c:pt>
                <c:pt idx="347">
                  <c:v>-12.76</c:v>
                </c:pt>
                <c:pt idx="348">
                  <c:v>-33.92</c:v>
                </c:pt>
                <c:pt idx="349">
                  <c:v>-27.04</c:v>
                </c:pt>
                <c:pt idx="350">
                  <c:v>-16.72</c:v>
                </c:pt>
                <c:pt idx="351">
                  <c:v>-11.34</c:v>
                </c:pt>
                <c:pt idx="352">
                  <c:v>-7.98</c:v>
                </c:pt>
                <c:pt idx="353">
                  <c:v>-2.7</c:v>
                </c:pt>
                <c:pt idx="354">
                  <c:v>-9.6</c:v>
                </c:pt>
                <c:pt idx="355">
                  <c:v>-8.68</c:v>
                </c:pt>
                <c:pt idx="356">
                  <c:v>-7.56</c:v>
                </c:pt>
                <c:pt idx="357">
                  <c:v>-1.48</c:v>
                </c:pt>
                <c:pt idx="358">
                  <c:v>-3.66</c:v>
                </c:pt>
                <c:pt idx="359">
                  <c:v>-3.14</c:v>
                </c:pt>
                <c:pt idx="360">
                  <c:v>-4.23</c:v>
                </c:pt>
                <c:pt idx="361">
                  <c:v>-1.21</c:v>
                </c:pt>
                <c:pt idx="362">
                  <c:v>-4.01</c:v>
                </c:pt>
                <c:pt idx="363">
                  <c:v>-2.08</c:v>
                </c:pt>
                <c:pt idx="364">
                  <c:v>-2.88</c:v>
                </c:pt>
                <c:pt idx="365">
                  <c:v>-1.77</c:v>
                </c:pt>
                <c:pt idx="366">
                  <c:v>-5.06</c:v>
                </c:pt>
                <c:pt idx="367">
                  <c:v>-5.21</c:v>
                </c:pt>
                <c:pt idx="368">
                  <c:v>-2.92</c:v>
                </c:pt>
                <c:pt idx="369">
                  <c:v>-4.07</c:v>
                </c:pt>
                <c:pt idx="370">
                  <c:v>-9.8</c:v>
                </c:pt>
                <c:pt idx="371">
                  <c:v>-11.91</c:v>
                </c:pt>
                <c:pt idx="372">
                  <c:v>-13.05</c:v>
                </c:pt>
                <c:pt idx="373">
                  <c:v>-13.86</c:v>
                </c:pt>
                <c:pt idx="374">
                  <c:v>-18.68</c:v>
                </c:pt>
                <c:pt idx="375">
                  <c:v>-23.55</c:v>
                </c:pt>
                <c:pt idx="376">
                  <c:v>-20.98</c:v>
                </c:pt>
                <c:pt idx="377">
                  <c:v>-17.55</c:v>
                </c:pt>
                <c:pt idx="378">
                  <c:v>-25.25</c:v>
                </c:pt>
                <c:pt idx="379">
                  <c:v>-25.43</c:v>
                </c:pt>
                <c:pt idx="380">
                  <c:v>-22.45</c:v>
                </c:pt>
                <c:pt idx="381">
                  <c:v>-21.13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MSCI World</c:v>
                </c:pt>
              </c:strCache>
            </c:strRef>
          </c:tx>
          <c:spPr>
            <a:solidFill>
              <a:srgbClr val="B23A48"/>
            </a:solidFill>
            <a:ln w="28575" cap="flat">
              <a:solidFill>
                <a:srgbClr val="B23A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23A48"/>
              </a:solidFill>
              <a:ln w="9525" cap="flat">
                <a:solidFill>
                  <a:srgbClr val="B23A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Sheet1!$A$2:$A$383</c:f>
              <c:multiLvlStrCache>
                <c:ptCount val="382"/>
                <c:lvl>
                  <c:pt idx="0">
                    <c:v>1991-03</c:v>
                  </c:pt>
                  <c:pt idx="1">
                    <c:v>1991-04</c:v>
                  </c:pt>
                  <c:pt idx="2">
                    <c:v>1991-05</c:v>
                  </c:pt>
                  <c:pt idx="3">
                    <c:v>1991-06</c:v>
                  </c:pt>
                  <c:pt idx="4">
                    <c:v>1991-07</c:v>
                  </c:pt>
                  <c:pt idx="5">
                    <c:v>1991-08</c:v>
                  </c:pt>
                  <c:pt idx="6">
                    <c:v>1991-09</c:v>
                  </c:pt>
                  <c:pt idx="7">
                    <c:v>1991-10</c:v>
                  </c:pt>
                  <c:pt idx="8">
                    <c:v>1991-11</c:v>
                  </c:pt>
                  <c:pt idx="9">
                    <c:v>1991-12</c:v>
                  </c:pt>
                  <c:pt idx="10">
                    <c:v>1992-01</c:v>
                  </c:pt>
                  <c:pt idx="11">
                    <c:v>1992-02</c:v>
                  </c:pt>
                  <c:pt idx="12">
                    <c:v>1992-03</c:v>
                  </c:pt>
                  <c:pt idx="13">
                    <c:v>1992-04</c:v>
                  </c:pt>
                  <c:pt idx="14">
                    <c:v>1992-05</c:v>
                  </c:pt>
                  <c:pt idx="15">
                    <c:v>1992-06</c:v>
                  </c:pt>
                  <c:pt idx="16">
                    <c:v>1992-07</c:v>
                  </c:pt>
                  <c:pt idx="17">
                    <c:v>1992-08</c:v>
                  </c:pt>
                  <c:pt idx="18">
                    <c:v>1992-09</c:v>
                  </c:pt>
                  <c:pt idx="19">
                    <c:v>1992-10</c:v>
                  </c:pt>
                  <c:pt idx="20">
                    <c:v>1992-11</c:v>
                  </c:pt>
                  <c:pt idx="21">
                    <c:v>1992-12</c:v>
                  </c:pt>
                  <c:pt idx="22">
                    <c:v>1993-01</c:v>
                  </c:pt>
                  <c:pt idx="23">
                    <c:v>1993-02</c:v>
                  </c:pt>
                  <c:pt idx="24">
                    <c:v>1993-03</c:v>
                  </c:pt>
                  <c:pt idx="25">
                    <c:v>1993-04</c:v>
                  </c:pt>
                  <c:pt idx="26">
                    <c:v>1993-05</c:v>
                  </c:pt>
                  <c:pt idx="27">
                    <c:v>1993-06</c:v>
                  </c:pt>
                  <c:pt idx="28">
                    <c:v>1993-07</c:v>
                  </c:pt>
                  <c:pt idx="29">
                    <c:v>1993-08</c:v>
                  </c:pt>
                  <c:pt idx="30">
                    <c:v>1993-09</c:v>
                  </c:pt>
                  <c:pt idx="31">
                    <c:v>1993-10</c:v>
                  </c:pt>
                  <c:pt idx="32">
                    <c:v>1993-11</c:v>
                  </c:pt>
                  <c:pt idx="33">
                    <c:v>1993-12</c:v>
                  </c:pt>
                  <c:pt idx="34">
                    <c:v>1994-01</c:v>
                  </c:pt>
                  <c:pt idx="35">
                    <c:v>1994-02</c:v>
                  </c:pt>
                  <c:pt idx="36">
                    <c:v>1994-03</c:v>
                  </c:pt>
                  <c:pt idx="37">
                    <c:v>1994-04</c:v>
                  </c:pt>
                  <c:pt idx="38">
                    <c:v>1994-05</c:v>
                  </c:pt>
                  <c:pt idx="39">
                    <c:v>1994-06</c:v>
                  </c:pt>
                  <c:pt idx="40">
                    <c:v>1994-07</c:v>
                  </c:pt>
                  <c:pt idx="41">
                    <c:v>1994-08</c:v>
                  </c:pt>
                  <c:pt idx="42">
                    <c:v>1994-09</c:v>
                  </c:pt>
                  <c:pt idx="43">
                    <c:v>1994-10</c:v>
                  </c:pt>
                  <c:pt idx="44">
                    <c:v>1994-11</c:v>
                  </c:pt>
                  <c:pt idx="45">
                    <c:v>1994-12</c:v>
                  </c:pt>
                  <c:pt idx="46">
                    <c:v>1995-01</c:v>
                  </c:pt>
                  <c:pt idx="47">
                    <c:v>1995-02</c:v>
                  </c:pt>
                  <c:pt idx="48">
                    <c:v>1995-03</c:v>
                  </c:pt>
                  <c:pt idx="49">
                    <c:v>1995-04</c:v>
                  </c:pt>
                  <c:pt idx="50">
                    <c:v>1995-05</c:v>
                  </c:pt>
                  <c:pt idx="51">
                    <c:v>1995-06</c:v>
                  </c:pt>
                  <c:pt idx="52">
                    <c:v>1995-07</c:v>
                  </c:pt>
                  <c:pt idx="53">
                    <c:v>1995-08</c:v>
                  </c:pt>
                  <c:pt idx="54">
                    <c:v>1995-09</c:v>
                  </c:pt>
                  <c:pt idx="55">
                    <c:v>1995-10</c:v>
                  </c:pt>
                  <c:pt idx="56">
                    <c:v>1995-11</c:v>
                  </c:pt>
                  <c:pt idx="57">
                    <c:v>1995-12</c:v>
                  </c:pt>
                  <c:pt idx="58">
                    <c:v>1996-01</c:v>
                  </c:pt>
                  <c:pt idx="59">
                    <c:v>1996-02</c:v>
                  </c:pt>
                  <c:pt idx="60">
                    <c:v>1996-03</c:v>
                  </c:pt>
                  <c:pt idx="61">
                    <c:v>1996-04</c:v>
                  </c:pt>
                  <c:pt idx="62">
                    <c:v>1996-05</c:v>
                  </c:pt>
                  <c:pt idx="63">
                    <c:v>1996-06</c:v>
                  </c:pt>
                  <c:pt idx="64">
                    <c:v>1996-07</c:v>
                  </c:pt>
                  <c:pt idx="65">
                    <c:v>1996-08</c:v>
                  </c:pt>
                  <c:pt idx="66">
                    <c:v>1996-09</c:v>
                  </c:pt>
                  <c:pt idx="67">
                    <c:v>1996-10</c:v>
                  </c:pt>
                  <c:pt idx="68">
                    <c:v>1996-11</c:v>
                  </c:pt>
                  <c:pt idx="69">
                    <c:v>1996-12</c:v>
                  </c:pt>
                  <c:pt idx="70">
                    <c:v>1997-01</c:v>
                  </c:pt>
                  <c:pt idx="71">
                    <c:v>1997-02</c:v>
                  </c:pt>
                  <c:pt idx="72">
                    <c:v>1997-03</c:v>
                  </c:pt>
                  <c:pt idx="73">
                    <c:v>1997-04</c:v>
                  </c:pt>
                  <c:pt idx="74">
                    <c:v>1997-05</c:v>
                  </c:pt>
                  <c:pt idx="75">
                    <c:v>1997-06</c:v>
                  </c:pt>
                  <c:pt idx="76">
                    <c:v>1997-07</c:v>
                  </c:pt>
                  <c:pt idx="77">
                    <c:v>1997-08</c:v>
                  </c:pt>
                  <c:pt idx="78">
                    <c:v>1997-09</c:v>
                  </c:pt>
                  <c:pt idx="79">
                    <c:v>1997-10</c:v>
                  </c:pt>
                  <c:pt idx="80">
                    <c:v>1997-11</c:v>
                  </c:pt>
                  <c:pt idx="81">
                    <c:v>1997-12</c:v>
                  </c:pt>
                  <c:pt idx="82">
                    <c:v>1998-01</c:v>
                  </c:pt>
                  <c:pt idx="83">
                    <c:v>1998-02</c:v>
                  </c:pt>
                  <c:pt idx="84">
                    <c:v>1998-03</c:v>
                  </c:pt>
                  <c:pt idx="85">
                    <c:v>1998-04</c:v>
                  </c:pt>
                  <c:pt idx="86">
                    <c:v>1998-05</c:v>
                  </c:pt>
                  <c:pt idx="87">
                    <c:v>1998-06</c:v>
                  </c:pt>
                  <c:pt idx="88">
                    <c:v>1998-07</c:v>
                  </c:pt>
                  <c:pt idx="89">
                    <c:v>1998-08</c:v>
                  </c:pt>
                  <c:pt idx="90">
                    <c:v>1998-09</c:v>
                  </c:pt>
                  <c:pt idx="91">
                    <c:v>1998-10</c:v>
                  </c:pt>
                  <c:pt idx="92">
                    <c:v>1998-11</c:v>
                  </c:pt>
                  <c:pt idx="93">
                    <c:v>1998-12</c:v>
                  </c:pt>
                  <c:pt idx="94">
                    <c:v>1999-01</c:v>
                  </c:pt>
                  <c:pt idx="95">
                    <c:v>1999-02</c:v>
                  </c:pt>
                  <c:pt idx="96">
                    <c:v>1999-03</c:v>
                  </c:pt>
                  <c:pt idx="97">
                    <c:v>1999-04</c:v>
                  </c:pt>
                  <c:pt idx="98">
                    <c:v>1999-05</c:v>
                  </c:pt>
                  <c:pt idx="99">
                    <c:v>1999-06</c:v>
                  </c:pt>
                  <c:pt idx="100">
                    <c:v>1999-07</c:v>
                  </c:pt>
                  <c:pt idx="101">
                    <c:v>1999-08</c:v>
                  </c:pt>
                  <c:pt idx="102">
                    <c:v>1999-09</c:v>
                  </c:pt>
                  <c:pt idx="103">
                    <c:v>1999-10</c:v>
                  </c:pt>
                  <c:pt idx="104">
                    <c:v>1999-11</c:v>
                  </c:pt>
                  <c:pt idx="105">
                    <c:v>1999-12</c:v>
                  </c:pt>
                  <c:pt idx="106">
                    <c:v>2000-01</c:v>
                  </c:pt>
                  <c:pt idx="107">
                    <c:v>2000-02</c:v>
                  </c:pt>
                  <c:pt idx="108">
                    <c:v>2000-03</c:v>
                  </c:pt>
                  <c:pt idx="109">
                    <c:v>2000-04</c:v>
                  </c:pt>
                  <c:pt idx="110">
                    <c:v>2000-05</c:v>
                  </c:pt>
                  <c:pt idx="111">
                    <c:v>2000-06</c:v>
                  </c:pt>
                  <c:pt idx="112">
                    <c:v>2000-07</c:v>
                  </c:pt>
                  <c:pt idx="113">
                    <c:v>2000-08</c:v>
                  </c:pt>
                  <c:pt idx="114">
                    <c:v>2000-09</c:v>
                  </c:pt>
                  <c:pt idx="115">
                    <c:v>2000-10</c:v>
                  </c:pt>
                  <c:pt idx="116">
                    <c:v>2000-11</c:v>
                  </c:pt>
                  <c:pt idx="117">
                    <c:v>2000-12</c:v>
                  </c:pt>
                  <c:pt idx="118">
                    <c:v>2001-01</c:v>
                  </c:pt>
                  <c:pt idx="119">
                    <c:v>2001-02</c:v>
                  </c:pt>
                  <c:pt idx="120">
                    <c:v>2001-03</c:v>
                  </c:pt>
                  <c:pt idx="121">
                    <c:v>2001-04</c:v>
                  </c:pt>
                  <c:pt idx="122">
                    <c:v>2001-05</c:v>
                  </c:pt>
                  <c:pt idx="123">
                    <c:v>2001-06</c:v>
                  </c:pt>
                  <c:pt idx="124">
                    <c:v>2001-07</c:v>
                  </c:pt>
                  <c:pt idx="125">
                    <c:v>2001-08</c:v>
                  </c:pt>
                  <c:pt idx="126">
                    <c:v>2001-09</c:v>
                  </c:pt>
                  <c:pt idx="127">
                    <c:v>2001-10</c:v>
                  </c:pt>
                  <c:pt idx="128">
                    <c:v>2001-11</c:v>
                  </c:pt>
                  <c:pt idx="129">
                    <c:v>2001-12</c:v>
                  </c:pt>
                  <c:pt idx="130">
                    <c:v>2002-01</c:v>
                  </c:pt>
                  <c:pt idx="131">
                    <c:v>2002-02</c:v>
                  </c:pt>
                  <c:pt idx="132">
                    <c:v>2002-03</c:v>
                  </c:pt>
                  <c:pt idx="133">
                    <c:v>2002-04</c:v>
                  </c:pt>
                  <c:pt idx="134">
                    <c:v>2002-05</c:v>
                  </c:pt>
                  <c:pt idx="135">
                    <c:v>2002-06</c:v>
                  </c:pt>
                  <c:pt idx="136">
                    <c:v>2002-07</c:v>
                  </c:pt>
                  <c:pt idx="137">
                    <c:v>2002-08</c:v>
                  </c:pt>
                  <c:pt idx="138">
                    <c:v>2002-09</c:v>
                  </c:pt>
                  <c:pt idx="139">
                    <c:v>2002-10</c:v>
                  </c:pt>
                  <c:pt idx="140">
                    <c:v>2002-11</c:v>
                  </c:pt>
                  <c:pt idx="141">
                    <c:v>2002-12</c:v>
                  </c:pt>
                  <c:pt idx="142">
                    <c:v>2003-01</c:v>
                  </c:pt>
                  <c:pt idx="143">
                    <c:v>2003-02</c:v>
                  </c:pt>
                  <c:pt idx="144">
                    <c:v>2003-03</c:v>
                  </c:pt>
                  <c:pt idx="145">
                    <c:v>2003-04</c:v>
                  </c:pt>
                  <c:pt idx="146">
                    <c:v>2003-05</c:v>
                  </c:pt>
                  <c:pt idx="147">
                    <c:v>2003-06</c:v>
                  </c:pt>
                  <c:pt idx="148">
                    <c:v>2003-07</c:v>
                  </c:pt>
                  <c:pt idx="149">
                    <c:v>2003-08</c:v>
                  </c:pt>
                  <c:pt idx="150">
                    <c:v>2003-09</c:v>
                  </c:pt>
                  <c:pt idx="151">
                    <c:v>2003-10</c:v>
                  </c:pt>
                  <c:pt idx="152">
                    <c:v>2003-11</c:v>
                  </c:pt>
                  <c:pt idx="153">
                    <c:v>2003-12</c:v>
                  </c:pt>
                  <c:pt idx="154">
                    <c:v>2004-01</c:v>
                  </c:pt>
                  <c:pt idx="155">
                    <c:v>2004-02</c:v>
                  </c:pt>
                  <c:pt idx="156">
                    <c:v>2004-03</c:v>
                  </c:pt>
                  <c:pt idx="157">
                    <c:v>2004-04</c:v>
                  </c:pt>
                  <c:pt idx="158">
                    <c:v>2004-05</c:v>
                  </c:pt>
                  <c:pt idx="159">
                    <c:v>2004-06</c:v>
                  </c:pt>
                  <c:pt idx="160">
                    <c:v>2004-07</c:v>
                  </c:pt>
                  <c:pt idx="161">
                    <c:v>2004-08</c:v>
                  </c:pt>
                  <c:pt idx="162">
                    <c:v>2004-09</c:v>
                  </c:pt>
                  <c:pt idx="163">
                    <c:v>2004-10</c:v>
                  </c:pt>
                  <c:pt idx="164">
                    <c:v>2004-11</c:v>
                  </c:pt>
                  <c:pt idx="165">
                    <c:v>2004-12</c:v>
                  </c:pt>
                  <c:pt idx="166">
                    <c:v>2005-01</c:v>
                  </c:pt>
                  <c:pt idx="167">
                    <c:v>2005-02</c:v>
                  </c:pt>
                  <c:pt idx="168">
                    <c:v>2005-03</c:v>
                  </c:pt>
                  <c:pt idx="169">
                    <c:v>2005-04</c:v>
                  </c:pt>
                  <c:pt idx="170">
                    <c:v>2005-05</c:v>
                  </c:pt>
                  <c:pt idx="171">
                    <c:v>2005-06</c:v>
                  </c:pt>
                  <c:pt idx="172">
                    <c:v>2005-07</c:v>
                  </c:pt>
                  <c:pt idx="173">
                    <c:v>2005-08</c:v>
                  </c:pt>
                  <c:pt idx="174">
                    <c:v>2005-09</c:v>
                  </c:pt>
                  <c:pt idx="175">
                    <c:v>2005-10</c:v>
                  </c:pt>
                  <c:pt idx="176">
                    <c:v>2005-11</c:v>
                  </c:pt>
                  <c:pt idx="177">
                    <c:v>2005-12</c:v>
                  </c:pt>
                  <c:pt idx="178">
                    <c:v>2006-01</c:v>
                  </c:pt>
                  <c:pt idx="179">
                    <c:v>2006-02</c:v>
                  </c:pt>
                  <c:pt idx="180">
                    <c:v>2006-03</c:v>
                  </c:pt>
                  <c:pt idx="181">
                    <c:v>2006-04</c:v>
                  </c:pt>
                  <c:pt idx="182">
                    <c:v>2006-05</c:v>
                  </c:pt>
                  <c:pt idx="183">
                    <c:v>2006-06</c:v>
                  </c:pt>
                  <c:pt idx="184">
                    <c:v>2006-07</c:v>
                  </c:pt>
                  <c:pt idx="185">
                    <c:v>2006-08</c:v>
                  </c:pt>
                  <c:pt idx="186">
                    <c:v>2006-09</c:v>
                  </c:pt>
                  <c:pt idx="187">
                    <c:v>2006-10</c:v>
                  </c:pt>
                  <c:pt idx="188">
                    <c:v>2006-11</c:v>
                  </c:pt>
                  <c:pt idx="189">
                    <c:v>2006-12</c:v>
                  </c:pt>
                  <c:pt idx="190">
                    <c:v>2007-01</c:v>
                  </c:pt>
                  <c:pt idx="191">
                    <c:v>2007-02</c:v>
                  </c:pt>
                  <c:pt idx="192">
                    <c:v>2007-03</c:v>
                  </c:pt>
                  <c:pt idx="193">
                    <c:v>2007-04</c:v>
                  </c:pt>
                  <c:pt idx="194">
                    <c:v>2007-05</c:v>
                  </c:pt>
                  <c:pt idx="195">
                    <c:v>2007-06</c:v>
                  </c:pt>
                  <c:pt idx="196">
                    <c:v>2007-07</c:v>
                  </c:pt>
                  <c:pt idx="197">
                    <c:v>2007-08</c:v>
                  </c:pt>
                  <c:pt idx="198">
                    <c:v>2007-09</c:v>
                  </c:pt>
                  <c:pt idx="199">
                    <c:v>2007-10</c:v>
                  </c:pt>
                  <c:pt idx="200">
                    <c:v>2007-11</c:v>
                  </c:pt>
                  <c:pt idx="201">
                    <c:v>2007-12</c:v>
                  </c:pt>
                  <c:pt idx="202">
                    <c:v>2008-01</c:v>
                  </c:pt>
                  <c:pt idx="203">
                    <c:v>2008-02</c:v>
                  </c:pt>
                  <c:pt idx="204">
                    <c:v>2008-03</c:v>
                  </c:pt>
                  <c:pt idx="205">
                    <c:v>2008-04</c:v>
                  </c:pt>
                  <c:pt idx="206">
                    <c:v>2008-05</c:v>
                  </c:pt>
                  <c:pt idx="207">
                    <c:v>2008-06</c:v>
                  </c:pt>
                  <c:pt idx="208">
                    <c:v>2008-07</c:v>
                  </c:pt>
                  <c:pt idx="209">
                    <c:v>2008-08</c:v>
                  </c:pt>
                  <c:pt idx="210">
                    <c:v>2008-09</c:v>
                  </c:pt>
                  <c:pt idx="211">
                    <c:v>2008-10</c:v>
                  </c:pt>
                  <c:pt idx="212">
                    <c:v>2008-11</c:v>
                  </c:pt>
                  <c:pt idx="213">
                    <c:v>2008-12</c:v>
                  </c:pt>
                  <c:pt idx="214">
                    <c:v>2009-01</c:v>
                  </c:pt>
                  <c:pt idx="215">
                    <c:v>2009-02</c:v>
                  </c:pt>
                  <c:pt idx="216">
                    <c:v>2009-03</c:v>
                  </c:pt>
                  <c:pt idx="217">
                    <c:v>2009-04</c:v>
                  </c:pt>
                  <c:pt idx="218">
                    <c:v>2009-05</c:v>
                  </c:pt>
                  <c:pt idx="219">
                    <c:v>2009-06</c:v>
                  </c:pt>
                  <c:pt idx="220">
                    <c:v>2009-07</c:v>
                  </c:pt>
                  <c:pt idx="221">
                    <c:v>2009-08</c:v>
                  </c:pt>
                  <c:pt idx="222">
                    <c:v>2009-09</c:v>
                  </c:pt>
                  <c:pt idx="223">
                    <c:v>2009-10</c:v>
                  </c:pt>
                  <c:pt idx="224">
                    <c:v>2009-11</c:v>
                  </c:pt>
                  <c:pt idx="225">
                    <c:v>2009-12</c:v>
                  </c:pt>
                  <c:pt idx="226">
                    <c:v>2010-01</c:v>
                  </c:pt>
                  <c:pt idx="227">
                    <c:v>2010-02</c:v>
                  </c:pt>
                  <c:pt idx="228">
                    <c:v>2010-03</c:v>
                  </c:pt>
                  <c:pt idx="229">
                    <c:v>2010-04</c:v>
                  </c:pt>
                  <c:pt idx="230">
                    <c:v>2010-05</c:v>
                  </c:pt>
                  <c:pt idx="231">
                    <c:v>2010-06</c:v>
                  </c:pt>
                  <c:pt idx="232">
                    <c:v>2010-07</c:v>
                  </c:pt>
                  <c:pt idx="233">
                    <c:v>2010-08</c:v>
                  </c:pt>
                  <c:pt idx="234">
                    <c:v>2010-09</c:v>
                  </c:pt>
                  <c:pt idx="235">
                    <c:v>2010-10</c:v>
                  </c:pt>
                  <c:pt idx="236">
                    <c:v>2010-11</c:v>
                  </c:pt>
                  <c:pt idx="237">
                    <c:v>2010-12</c:v>
                  </c:pt>
                  <c:pt idx="238">
                    <c:v>2011-01</c:v>
                  </c:pt>
                  <c:pt idx="239">
                    <c:v>2011-02</c:v>
                  </c:pt>
                  <c:pt idx="240">
                    <c:v>2011-03</c:v>
                  </c:pt>
                  <c:pt idx="241">
                    <c:v>2011-04</c:v>
                  </c:pt>
                  <c:pt idx="242">
                    <c:v>2011-05</c:v>
                  </c:pt>
                  <c:pt idx="243">
                    <c:v>2011-06</c:v>
                  </c:pt>
                  <c:pt idx="244">
                    <c:v>2011-07</c:v>
                  </c:pt>
                  <c:pt idx="245">
                    <c:v>2011-08</c:v>
                  </c:pt>
                  <c:pt idx="246">
                    <c:v>2011-09</c:v>
                  </c:pt>
                  <c:pt idx="247">
                    <c:v>2011-10</c:v>
                  </c:pt>
                  <c:pt idx="248">
                    <c:v>2011-11</c:v>
                  </c:pt>
                  <c:pt idx="249">
                    <c:v>2011-12</c:v>
                  </c:pt>
                  <c:pt idx="250">
                    <c:v>2012-01</c:v>
                  </c:pt>
                  <c:pt idx="251">
                    <c:v>2012-02</c:v>
                  </c:pt>
                  <c:pt idx="252">
                    <c:v>2012-03</c:v>
                  </c:pt>
                  <c:pt idx="253">
                    <c:v>2012-04</c:v>
                  </c:pt>
                  <c:pt idx="254">
                    <c:v>2012-05</c:v>
                  </c:pt>
                  <c:pt idx="255">
                    <c:v>2012-06</c:v>
                  </c:pt>
                  <c:pt idx="256">
                    <c:v>2012-07</c:v>
                  </c:pt>
                  <c:pt idx="257">
                    <c:v>2012-08</c:v>
                  </c:pt>
                  <c:pt idx="258">
                    <c:v>2012-09</c:v>
                  </c:pt>
                  <c:pt idx="259">
                    <c:v>2012-10</c:v>
                  </c:pt>
                  <c:pt idx="260">
                    <c:v>2012-11</c:v>
                  </c:pt>
                  <c:pt idx="261">
                    <c:v>2012-12</c:v>
                  </c:pt>
                  <c:pt idx="262">
                    <c:v>2013-01</c:v>
                  </c:pt>
                  <c:pt idx="263">
                    <c:v>2013-02</c:v>
                  </c:pt>
                  <c:pt idx="264">
                    <c:v>2013-03</c:v>
                  </c:pt>
                  <c:pt idx="265">
                    <c:v>2013-04</c:v>
                  </c:pt>
                  <c:pt idx="266">
                    <c:v>2013-05</c:v>
                  </c:pt>
                  <c:pt idx="267">
                    <c:v>2013-06</c:v>
                  </c:pt>
                  <c:pt idx="268">
                    <c:v>2013-07</c:v>
                  </c:pt>
                  <c:pt idx="269">
                    <c:v>2013-08</c:v>
                  </c:pt>
                  <c:pt idx="270">
                    <c:v>2013-09</c:v>
                  </c:pt>
                  <c:pt idx="271">
                    <c:v>2013-10</c:v>
                  </c:pt>
                  <c:pt idx="272">
                    <c:v>2013-11</c:v>
                  </c:pt>
                  <c:pt idx="273">
                    <c:v>2013-12</c:v>
                  </c:pt>
                  <c:pt idx="274">
                    <c:v>2014-01</c:v>
                  </c:pt>
                  <c:pt idx="275">
                    <c:v>2014-02</c:v>
                  </c:pt>
                  <c:pt idx="276">
                    <c:v>2014-03</c:v>
                  </c:pt>
                  <c:pt idx="277">
                    <c:v>2014-04</c:v>
                  </c:pt>
                  <c:pt idx="278">
                    <c:v>2014-05</c:v>
                  </c:pt>
                  <c:pt idx="279">
                    <c:v>2014-06</c:v>
                  </c:pt>
                  <c:pt idx="280">
                    <c:v>2014-07</c:v>
                  </c:pt>
                  <c:pt idx="281">
                    <c:v>2014-08</c:v>
                  </c:pt>
                  <c:pt idx="282">
                    <c:v>2014-09</c:v>
                  </c:pt>
                  <c:pt idx="283">
                    <c:v>2014-10</c:v>
                  </c:pt>
                  <c:pt idx="284">
                    <c:v>2014-11</c:v>
                  </c:pt>
                  <c:pt idx="285">
                    <c:v>2014-12</c:v>
                  </c:pt>
                  <c:pt idx="286">
                    <c:v>2015-01</c:v>
                  </c:pt>
                  <c:pt idx="287">
                    <c:v>2015-02</c:v>
                  </c:pt>
                  <c:pt idx="288">
                    <c:v>2015-03</c:v>
                  </c:pt>
                  <c:pt idx="289">
                    <c:v>2015-04</c:v>
                  </c:pt>
                  <c:pt idx="290">
                    <c:v>2015-05</c:v>
                  </c:pt>
                  <c:pt idx="291">
                    <c:v>2015-06</c:v>
                  </c:pt>
                  <c:pt idx="292">
                    <c:v>2015-07</c:v>
                  </c:pt>
                  <c:pt idx="293">
                    <c:v>2015-08</c:v>
                  </c:pt>
                  <c:pt idx="294">
                    <c:v>2015-09</c:v>
                  </c:pt>
                  <c:pt idx="295">
                    <c:v>2015-10</c:v>
                  </c:pt>
                  <c:pt idx="296">
                    <c:v>2015-11</c:v>
                  </c:pt>
                  <c:pt idx="297">
                    <c:v>2015-12</c:v>
                  </c:pt>
                  <c:pt idx="298">
                    <c:v>2016-01</c:v>
                  </c:pt>
                  <c:pt idx="299">
                    <c:v>2016-02</c:v>
                  </c:pt>
                  <c:pt idx="300">
                    <c:v>2016-03</c:v>
                  </c:pt>
                  <c:pt idx="301">
                    <c:v>2016-04</c:v>
                  </c:pt>
                  <c:pt idx="302">
                    <c:v>2016-05</c:v>
                  </c:pt>
                  <c:pt idx="303">
                    <c:v>2016-06</c:v>
                  </c:pt>
                  <c:pt idx="304">
                    <c:v>2016-07</c:v>
                  </c:pt>
                  <c:pt idx="305">
                    <c:v>2016-08</c:v>
                  </c:pt>
                  <c:pt idx="306">
                    <c:v>2016-09</c:v>
                  </c:pt>
                  <c:pt idx="307">
                    <c:v>2016-10</c:v>
                  </c:pt>
                  <c:pt idx="308">
                    <c:v>2016-11</c:v>
                  </c:pt>
                  <c:pt idx="309">
                    <c:v>2016-12</c:v>
                  </c:pt>
                  <c:pt idx="310">
                    <c:v>2017-01</c:v>
                  </c:pt>
                  <c:pt idx="311">
                    <c:v>2017-02</c:v>
                  </c:pt>
                  <c:pt idx="312">
                    <c:v>2017-03</c:v>
                  </c:pt>
                  <c:pt idx="313">
                    <c:v>2017-04</c:v>
                  </c:pt>
                  <c:pt idx="314">
                    <c:v>2017-05</c:v>
                  </c:pt>
                  <c:pt idx="315">
                    <c:v>2017-06</c:v>
                  </c:pt>
                  <c:pt idx="316">
                    <c:v>2017-07</c:v>
                  </c:pt>
                  <c:pt idx="317">
                    <c:v>2017-08</c:v>
                  </c:pt>
                  <c:pt idx="318">
                    <c:v>2017-09</c:v>
                  </c:pt>
                  <c:pt idx="319">
                    <c:v>2017-10</c:v>
                  </c:pt>
                  <c:pt idx="320">
                    <c:v>2017-11</c:v>
                  </c:pt>
                  <c:pt idx="321">
                    <c:v>2017-12</c:v>
                  </c:pt>
                  <c:pt idx="322">
                    <c:v>2018-01</c:v>
                  </c:pt>
                  <c:pt idx="323">
                    <c:v>2018-02</c:v>
                  </c:pt>
                  <c:pt idx="324">
                    <c:v>2018-03</c:v>
                  </c:pt>
                  <c:pt idx="325">
                    <c:v>2018-04</c:v>
                  </c:pt>
                  <c:pt idx="326">
                    <c:v>2018-05</c:v>
                  </c:pt>
                  <c:pt idx="327">
                    <c:v>2018-06</c:v>
                  </c:pt>
                  <c:pt idx="328">
                    <c:v>2018-07</c:v>
                  </c:pt>
                  <c:pt idx="329">
                    <c:v>2018-08</c:v>
                  </c:pt>
                  <c:pt idx="330">
                    <c:v>2018-09</c:v>
                  </c:pt>
                  <c:pt idx="331">
                    <c:v>2018-10</c:v>
                  </c:pt>
                  <c:pt idx="332">
                    <c:v>2018-11</c:v>
                  </c:pt>
                  <c:pt idx="333">
                    <c:v>2018-12</c:v>
                  </c:pt>
                  <c:pt idx="334">
                    <c:v>2019-01</c:v>
                  </c:pt>
                  <c:pt idx="335">
                    <c:v>2019-02</c:v>
                  </c:pt>
                  <c:pt idx="336">
                    <c:v>2019-03</c:v>
                  </c:pt>
                  <c:pt idx="337">
                    <c:v>2019-04</c:v>
                  </c:pt>
                  <c:pt idx="338">
                    <c:v>2019-05</c:v>
                  </c:pt>
                  <c:pt idx="339">
                    <c:v>2019-06</c:v>
                  </c:pt>
                  <c:pt idx="340">
                    <c:v>2019-07</c:v>
                  </c:pt>
                  <c:pt idx="341">
                    <c:v>2019-08</c:v>
                  </c:pt>
                  <c:pt idx="342">
                    <c:v>2019-09</c:v>
                  </c:pt>
                  <c:pt idx="343">
                    <c:v>2019-10</c:v>
                  </c:pt>
                  <c:pt idx="344">
                    <c:v>2019-11</c:v>
                  </c:pt>
                  <c:pt idx="345">
                    <c:v>2019-12</c:v>
                  </c:pt>
                  <c:pt idx="346">
                    <c:v>2020-01</c:v>
                  </c:pt>
                  <c:pt idx="347">
                    <c:v>2020-02</c:v>
                  </c:pt>
                  <c:pt idx="348">
                    <c:v>2020-03</c:v>
                  </c:pt>
                  <c:pt idx="349">
                    <c:v>2020-04</c:v>
                  </c:pt>
                  <c:pt idx="350">
                    <c:v>2020-05</c:v>
                  </c:pt>
                  <c:pt idx="351">
                    <c:v>2020-06</c:v>
                  </c:pt>
                  <c:pt idx="352">
                    <c:v>2020-07</c:v>
                  </c:pt>
                  <c:pt idx="353">
                    <c:v>2020-08</c:v>
                  </c:pt>
                  <c:pt idx="354">
                    <c:v>2020-09</c:v>
                  </c:pt>
                  <c:pt idx="355">
                    <c:v>2020-10</c:v>
                  </c:pt>
                  <c:pt idx="356">
                    <c:v>2020-11</c:v>
                  </c:pt>
                  <c:pt idx="357">
                    <c:v>2020-12</c:v>
                  </c:pt>
                  <c:pt idx="358">
                    <c:v>2021-01</c:v>
                  </c:pt>
                  <c:pt idx="359">
                    <c:v>2021-02</c:v>
                  </c:pt>
                  <c:pt idx="360">
                    <c:v>2021-03</c:v>
                  </c:pt>
                  <c:pt idx="361">
                    <c:v>2021-04</c:v>
                  </c:pt>
                  <c:pt idx="362">
                    <c:v>2021-05</c:v>
                  </c:pt>
                  <c:pt idx="363">
                    <c:v>2021-06</c:v>
                  </c:pt>
                  <c:pt idx="364">
                    <c:v>2021-07</c:v>
                  </c:pt>
                  <c:pt idx="365">
                    <c:v>2021-08</c:v>
                  </c:pt>
                  <c:pt idx="366">
                    <c:v>2021-09</c:v>
                  </c:pt>
                  <c:pt idx="367">
                    <c:v>2021-10</c:v>
                  </c:pt>
                  <c:pt idx="368">
                    <c:v>2021-11</c:v>
                  </c:pt>
                  <c:pt idx="369">
                    <c:v>2021-12</c:v>
                  </c:pt>
                  <c:pt idx="370">
                    <c:v>2022-01</c:v>
                  </c:pt>
                  <c:pt idx="371">
                    <c:v>2022-02</c:v>
                  </c:pt>
                  <c:pt idx="372">
                    <c:v>2022-03</c:v>
                  </c:pt>
                  <c:pt idx="373">
                    <c:v>2022-04</c:v>
                  </c:pt>
                  <c:pt idx="374">
                    <c:v>2022-05</c:v>
                  </c:pt>
                  <c:pt idx="375">
                    <c:v>2022-06</c:v>
                  </c:pt>
                  <c:pt idx="376">
                    <c:v>2022-07</c:v>
                  </c:pt>
                  <c:pt idx="377">
                    <c:v>2022-08</c:v>
                  </c:pt>
                  <c:pt idx="378">
                    <c:v>2022-09</c:v>
                  </c:pt>
                  <c:pt idx="379">
                    <c:v>2022-10</c:v>
                  </c:pt>
                  <c:pt idx="380">
                    <c:v>2022-11</c:v>
                  </c:pt>
                  <c:pt idx="381">
                    <c:v>2022-12</c:v>
                  </c:pt>
                </c:lvl>
              </c:multiLvlStrCache>
            </c:multiLvlStrRef>
          </c:cat>
          <c:val>
            <c:numRef>
              <c:f>Sheet1!$D$2:$D$383</c:f>
              <c:numCache>
                <c:formatCode>General</c:formatCode>
                <c:ptCount val="382"/>
                <c:pt idx="0">
                  <c:v>-3.94</c:v>
                </c:pt>
                <c:pt idx="1">
                  <c:v>-4.52</c:v>
                </c:pt>
                <c:pt idx="2">
                  <c:v>-4.54</c:v>
                </c:pt>
                <c:pt idx="3">
                  <c:v>-8.37</c:v>
                </c:pt>
                <c:pt idx="4">
                  <c:v>-9.15</c:v>
                </c:pt>
                <c:pt idx="5">
                  <c:v>-10.75</c:v>
                </c:pt>
                <c:pt idx="6">
                  <c:v>-4.8</c:v>
                </c:pt>
                <c:pt idx="7">
                  <c:v>-3.31</c:v>
                </c:pt>
                <c:pt idx="8">
                  <c:v>-5.52</c:v>
                </c:pt>
                <c:pt idx="9">
                  <c:v>-6.56</c:v>
                </c:pt>
                <c:pt idx="10">
                  <c:v>-4.31</c:v>
                </c:pt>
                <c:pt idx="11">
                  <c:v>-6.75</c:v>
                </c:pt>
                <c:pt idx="12">
                  <c:v>-9.99</c:v>
                </c:pt>
                <c:pt idx="13">
                  <c:v>-13.98</c:v>
                </c:pt>
                <c:pt idx="14">
                  <c:v>-7.62</c:v>
                </c:pt>
                <c:pt idx="15">
                  <c:v>-9.97</c:v>
                </c:pt>
                <c:pt idx="16">
                  <c:v>-11.17</c:v>
                </c:pt>
                <c:pt idx="17">
                  <c:v>-11.89</c:v>
                </c:pt>
                <c:pt idx="18">
                  <c:v>-8.35</c:v>
                </c:pt>
                <c:pt idx="19">
                  <c:v>-11.19</c:v>
                </c:pt>
                <c:pt idx="20">
                  <c:v>-12.27</c:v>
                </c:pt>
                <c:pt idx="21">
                  <c:v>-9.38</c:v>
                </c:pt>
                <c:pt idx="22">
                  <c:v>-10.1</c:v>
                </c:pt>
                <c:pt idx="23">
                  <c:v>-8.22</c:v>
                </c:pt>
                <c:pt idx="24">
                  <c:v>-6.31</c:v>
                </c:pt>
                <c:pt idx="25">
                  <c:v>-1.73</c:v>
                </c:pt>
                <c:pt idx="26">
                  <c:v>-2.07</c:v>
                </c:pt>
                <c:pt idx="27">
                  <c:v>-4.51</c:v>
                </c:pt>
                <c:pt idx="28">
                  <c:v>-2.9</c:v>
                </c:pt>
                <c:pt idx="29">
                  <c:v>-1.46</c:v>
                </c:pt>
                <c:pt idx="30">
                  <c:v>-2.82</c:v>
                </c:pt>
                <c:pt idx="31">
                  <c:v>-1.84</c:v>
                </c:pt>
                <c:pt idx="32">
                  <c:v>-6.49</c:v>
                </c:pt>
                <c:pt idx="33">
                  <c:v>-4.13</c:v>
                </c:pt>
                <c:pt idx="34">
                  <c:v>-1.6</c:v>
                </c:pt>
                <c:pt idx="35">
                  <c:v>-3.39</c:v>
                </c:pt>
                <c:pt idx="36">
                  <c:v>-6.44</c:v>
                </c:pt>
                <c:pt idx="37">
                  <c:v>-6.3</c:v>
                </c:pt>
                <c:pt idx="38">
                  <c:v>-5.54</c:v>
                </c:pt>
                <c:pt idx="39">
                  <c:v>-4.98</c:v>
                </c:pt>
                <c:pt idx="40">
                  <c:v>-4.29</c:v>
                </c:pt>
                <c:pt idx="41">
                  <c:v>-1.79</c:v>
                </c:pt>
                <c:pt idx="42">
                  <c:v>-2.69</c:v>
                </c:pt>
                <c:pt idx="43">
                  <c:v>-4.32</c:v>
                </c:pt>
                <c:pt idx="44">
                  <c:v>-5.76</c:v>
                </c:pt>
                <c:pt idx="45">
                  <c:v>-7.01</c:v>
                </c:pt>
                <c:pt idx="46">
                  <c:v>-7.38</c:v>
                </c:pt>
                <c:pt idx="47">
                  <c:v>-5.5</c:v>
                </c:pt>
                <c:pt idx="48">
                  <c:v>-4.69</c:v>
                </c:pt>
                <c:pt idx="49">
                  <c:v>-1.27</c:v>
                </c:pt>
                <c:pt idx="50">
                  <c:v>-3.6</c:v>
                </c:pt>
                <c:pt idx="51">
                  <c:v>-2.35</c:v>
                </c:pt>
                <c:pt idx="52">
                  <c:v>-1.82</c:v>
                </c:pt>
                <c:pt idx="53">
                  <c:v>-2.86</c:v>
                </c:pt>
                <c:pt idx="54">
                  <c:v>-2.38</c:v>
                </c:pt>
                <c:pt idx="55">
                  <c:v>-2.7</c:v>
                </c:pt>
                <c:pt idx="56">
                  <c:v>-1.93</c:v>
                </c:pt>
                <c:pt idx="57">
                  <c:v>-1.29</c:v>
                </c:pt>
                <c:pt idx="58">
                  <c:v>-2.3</c:v>
                </c:pt>
                <c:pt idx="59">
                  <c:v>-1.47</c:v>
                </c:pt>
                <c:pt idx="60">
                  <c:v>-2.76</c:v>
                </c:pt>
                <c:pt idx="61">
                  <c:v>-1.88</c:v>
                </c:pt>
                <c:pt idx="62">
                  <c:v>-2.98</c:v>
                </c:pt>
                <c:pt idx="63">
                  <c:v>-0.94</c:v>
                </c:pt>
                <c:pt idx="64">
                  <c:v>-5.86</c:v>
                </c:pt>
                <c:pt idx="65">
                  <c:v>-4.05</c:v>
                </c:pt>
                <c:pt idx="66">
                  <c:v>-3.4</c:v>
                </c:pt>
                <c:pt idx="67">
                  <c:v>-1.83</c:v>
                </c:pt>
                <c:pt idx="68">
                  <c:v>-1.46</c:v>
                </c:pt>
                <c:pt idx="69">
                  <c:v>-4.05</c:v>
                </c:pt>
                <c:pt idx="70">
                  <c:v>-2.96</c:v>
                </c:pt>
                <c:pt idx="71">
                  <c:v>-1.51</c:v>
                </c:pt>
                <c:pt idx="72">
                  <c:v>-3.69</c:v>
                </c:pt>
                <c:pt idx="73">
                  <c:v>-7.01</c:v>
                </c:pt>
                <c:pt idx="74">
                  <c:v>-1.07</c:v>
                </c:pt>
                <c:pt idx="75">
                  <c:v>-1.11</c:v>
                </c:pt>
                <c:pt idx="76">
                  <c:v>-2.18</c:v>
                </c:pt>
                <c:pt idx="77">
                  <c:v>-5.96</c:v>
                </c:pt>
                <c:pt idx="78">
                  <c:v>-7.12</c:v>
                </c:pt>
                <c:pt idx="79">
                  <c:v>-9.18</c:v>
                </c:pt>
                <c:pt idx="80">
                  <c:v>-9.6</c:v>
                </c:pt>
                <c:pt idx="81">
                  <c:v>-7.49</c:v>
                </c:pt>
                <c:pt idx="82">
                  <c:v>-8.92</c:v>
                </c:pt>
                <c:pt idx="83">
                  <c:v>-2.32</c:v>
                </c:pt>
                <c:pt idx="84">
                  <c:v>-2.07</c:v>
                </c:pt>
                <c:pt idx="85">
                  <c:v>-4.16</c:v>
                </c:pt>
                <c:pt idx="86">
                  <c:v>-3.04</c:v>
                </c:pt>
                <c:pt idx="87">
                  <c:v>-6.52</c:v>
                </c:pt>
                <c:pt idx="88">
                  <c:v>-5.21</c:v>
                </c:pt>
                <c:pt idx="89">
                  <c:v>-15.15</c:v>
                </c:pt>
                <c:pt idx="90">
                  <c:v>-18.01</c:v>
                </c:pt>
                <c:pt idx="91">
                  <c:v>-20.53</c:v>
                </c:pt>
                <c:pt idx="92">
                  <c:v>-9.25</c:v>
                </c:pt>
                <c:pt idx="93">
                  <c:v>-5.64</c:v>
                </c:pt>
                <c:pt idx="94">
                  <c:v>-4.9</c:v>
                </c:pt>
                <c:pt idx="95">
                  <c:v>-6.01</c:v>
                </c:pt>
                <c:pt idx="96">
                  <c:v>-6.02</c:v>
                </c:pt>
                <c:pt idx="97">
                  <c:v>-2.56</c:v>
                </c:pt>
                <c:pt idx="98">
                  <c:v>-6.09</c:v>
                </c:pt>
                <c:pt idx="99">
                  <c:v>-5.22</c:v>
                </c:pt>
                <c:pt idx="100">
                  <c:v>-3.75</c:v>
                </c:pt>
                <c:pt idx="101">
                  <c:v>-6.94</c:v>
                </c:pt>
                <c:pt idx="102">
                  <c:v>-5.83</c:v>
                </c:pt>
                <c:pt idx="103">
                  <c:v>-6.48</c:v>
                </c:pt>
                <c:pt idx="104">
                  <c:v>-0.58</c:v>
                </c:pt>
                <c:pt idx="105">
                  <c:v>-1.95</c:v>
                </c:pt>
                <c:pt idx="106">
                  <c:v>-6.17</c:v>
                </c:pt>
                <c:pt idx="107">
                  <c:v>-6.93</c:v>
                </c:pt>
                <c:pt idx="108">
                  <c:v>-5.74</c:v>
                </c:pt>
                <c:pt idx="109">
                  <c:v>-8.2</c:v>
                </c:pt>
                <c:pt idx="110">
                  <c:v>-10.59</c:v>
                </c:pt>
                <c:pt idx="111">
                  <c:v>-7.91</c:v>
                </c:pt>
                <c:pt idx="112">
                  <c:v>-8.24</c:v>
                </c:pt>
                <c:pt idx="113">
                  <c:v>-7.75</c:v>
                </c:pt>
                <c:pt idx="114">
                  <c:v>-10.44</c:v>
                </c:pt>
                <c:pt idx="115">
                  <c:v>-16.2</c:v>
                </c:pt>
                <c:pt idx="116">
                  <c:v>-17.1</c:v>
                </c:pt>
                <c:pt idx="117">
                  <c:v>-18.68</c:v>
                </c:pt>
                <c:pt idx="118">
                  <c:v>-17.15</c:v>
                </c:pt>
                <c:pt idx="119">
                  <c:v>-21.67</c:v>
                </c:pt>
                <c:pt idx="120">
                  <c:v>-29.96</c:v>
                </c:pt>
                <c:pt idx="121">
                  <c:v>-29.27</c:v>
                </c:pt>
                <c:pt idx="122">
                  <c:v>-22.66</c:v>
                </c:pt>
                <c:pt idx="123">
                  <c:v>-25.8</c:v>
                </c:pt>
                <c:pt idx="124">
                  <c:v>-28.27</c:v>
                </c:pt>
                <c:pt idx="125">
                  <c:v>-29.76</c:v>
                </c:pt>
                <c:pt idx="126">
                  <c:v>-40.92</c:v>
                </c:pt>
                <c:pt idx="127">
                  <c:v>-36.34</c:v>
                </c:pt>
                <c:pt idx="128">
                  <c:v>-33.86</c:v>
                </c:pt>
                <c:pt idx="129">
                  <c:v>-32.44</c:v>
                </c:pt>
                <c:pt idx="130">
                  <c:v>-33.75</c:v>
                </c:pt>
                <c:pt idx="131">
                  <c:v>-35.36</c:v>
                </c:pt>
                <c:pt idx="132">
                  <c:v>-33.5</c:v>
                </c:pt>
                <c:pt idx="133">
                  <c:v>-33.59</c:v>
                </c:pt>
                <c:pt idx="134">
                  <c:v>-34.39</c:v>
                </c:pt>
                <c:pt idx="135">
                  <c:v>-39.07</c:v>
                </c:pt>
                <c:pt idx="136">
                  <c:v>-47.84</c:v>
                </c:pt>
                <c:pt idx="137">
                  <c:v>-46.75</c:v>
                </c:pt>
                <c:pt idx="138">
                  <c:v>-49.26</c:v>
                </c:pt>
                <c:pt idx="139">
                  <c:v>-51.36</c:v>
                </c:pt>
                <c:pt idx="140">
                  <c:v>-45.73</c:v>
                </c:pt>
                <c:pt idx="141">
                  <c:v>-45.83</c:v>
                </c:pt>
                <c:pt idx="142">
                  <c:v>-47.39</c:v>
                </c:pt>
                <c:pt idx="143">
                  <c:v>-48.82</c:v>
                </c:pt>
                <c:pt idx="144">
                  <c:v>-50.98</c:v>
                </c:pt>
                <c:pt idx="145">
                  <c:v>-47.77</c:v>
                </c:pt>
                <c:pt idx="146">
                  <c:v>-43.78</c:v>
                </c:pt>
                <c:pt idx="147">
                  <c:v>-40.8</c:v>
                </c:pt>
                <c:pt idx="148">
                  <c:v>-39.68</c:v>
                </c:pt>
                <c:pt idx="149">
                  <c:v>-39.99</c:v>
                </c:pt>
                <c:pt idx="150">
                  <c:v>-37.18</c:v>
                </c:pt>
                <c:pt idx="151">
                  <c:v>-35.89</c:v>
                </c:pt>
                <c:pt idx="152">
                  <c:v>-34.15</c:v>
                </c:pt>
                <c:pt idx="153">
                  <c:v>-32.18</c:v>
                </c:pt>
                <c:pt idx="154">
                  <c:v>-28.74</c:v>
                </c:pt>
                <c:pt idx="155">
                  <c:v>-27.58</c:v>
                </c:pt>
                <c:pt idx="156">
                  <c:v>-29.18</c:v>
                </c:pt>
                <c:pt idx="157">
                  <c:v>-27.64</c:v>
                </c:pt>
                <c:pt idx="158">
                  <c:v>-31.18</c:v>
                </c:pt>
                <c:pt idx="159">
                  <c:v>-28.36</c:v>
                </c:pt>
                <c:pt idx="160">
                  <c:v>-30.08</c:v>
                </c:pt>
                <c:pt idx="161">
                  <c:v>-31.13</c:v>
                </c:pt>
                <c:pt idx="162">
                  <c:v>-29.11</c:v>
                </c:pt>
                <c:pt idx="163">
                  <c:v>-27.87</c:v>
                </c:pt>
                <c:pt idx="164">
                  <c:v>-25.95</c:v>
                </c:pt>
                <c:pt idx="165">
                  <c:v>-22.19</c:v>
                </c:pt>
                <c:pt idx="166">
                  <c:v>-22.12</c:v>
                </c:pt>
                <c:pt idx="167">
                  <c:v>-20.76</c:v>
                </c:pt>
                <c:pt idx="168">
                  <c:v>-21.28</c:v>
                </c:pt>
                <c:pt idx="169">
                  <c:v>-23.09</c:v>
                </c:pt>
                <c:pt idx="170">
                  <c:v>-22.87</c:v>
                </c:pt>
                <c:pt idx="171">
                  <c:v>-20.93</c:v>
                </c:pt>
                <c:pt idx="172">
                  <c:v>-20.95</c:v>
                </c:pt>
                <c:pt idx="173">
                  <c:v>-18.38</c:v>
                </c:pt>
                <c:pt idx="174">
                  <c:v>-16.92</c:v>
                </c:pt>
                <c:pt idx="175">
                  <c:v>-19.52</c:v>
                </c:pt>
                <c:pt idx="176">
                  <c:v>-17.43</c:v>
                </c:pt>
                <c:pt idx="177">
                  <c:v>-14.06</c:v>
                </c:pt>
                <c:pt idx="178">
                  <c:v>-11.4</c:v>
                </c:pt>
                <c:pt idx="179">
                  <c:v>-11.19</c:v>
                </c:pt>
                <c:pt idx="180">
                  <c:v>-10.53</c:v>
                </c:pt>
                <c:pt idx="181">
                  <c:v>-7.97</c:v>
                </c:pt>
                <c:pt idx="182">
                  <c:v>-9.77</c:v>
                </c:pt>
                <c:pt idx="183">
                  <c:v>-14.21</c:v>
                </c:pt>
                <c:pt idx="184">
                  <c:v>-12.96</c:v>
                </c:pt>
                <c:pt idx="185">
                  <c:v>-9.12</c:v>
                </c:pt>
                <c:pt idx="186">
                  <c:v>-7.62</c:v>
                </c:pt>
                <c:pt idx="187">
                  <c:v>-5.25</c:v>
                </c:pt>
                <c:pt idx="188">
                  <c:v>-2.37</c:v>
                </c:pt>
                <c:pt idx="189">
                  <c:v>-0.74</c:v>
                </c:pt>
                <c:pt idx="190">
                  <c:v>-1.48</c:v>
                </c:pt>
                <c:pt idx="191">
                  <c:v>-3.27</c:v>
                </c:pt>
                <c:pt idx="192">
                  <c:v>-6.12</c:v>
                </c:pt>
                <c:pt idx="193">
                  <c:v>-1.54</c:v>
                </c:pt>
                <c:pt idx="194">
                  <c:v>-1.3</c:v>
                </c:pt>
                <c:pt idx="195">
                  <c:v>-3.19</c:v>
                </c:pt>
                <c:pt idx="196">
                  <c:v>-6</c:v>
                </c:pt>
                <c:pt idx="197">
                  <c:v>-10.97</c:v>
                </c:pt>
                <c:pt idx="198">
                  <c:v>-7.32</c:v>
                </c:pt>
                <c:pt idx="199">
                  <c:v>-3.61</c:v>
                </c:pt>
                <c:pt idx="200">
                  <c:v>-8.24</c:v>
                </c:pt>
                <c:pt idx="201">
                  <c:v>-7.75</c:v>
                </c:pt>
                <c:pt idx="202">
                  <c:v>-17.13</c:v>
                </c:pt>
                <c:pt idx="203">
                  <c:v>-15.91</c:v>
                </c:pt>
                <c:pt idx="204">
                  <c:v>-18.05</c:v>
                </c:pt>
                <c:pt idx="205">
                  <c:v>-13.74</c:v>
                </c:pt>
                <c:pt idx="206">
                  <c:v>-10.07</c:v>
                </c:pt>
                <c:pt idx="207">
                  <c:v>-16.92</c:v>
                </c:pt>
                <c:pt idx="208">
                  <c:v>-21.3</c:v>
                </c:pt>
                <c:pt idx="209">
                  <c:v>-21.87</c:v>
                </c:pt>
                <c:pt idx="210">
                  <c:v>-30.84</c:v>
                </c:pt>
                <c:pt idx="211">
                  <c:v>-50.43</c:v>
                </c:pt>
                <c:pt idx="212">
                  <c:v>-54.19</c:v>
                </c:pt>
                <c:pt idx="213">
                  <c:v>-50.65</c:v>
                </c:pt>
                <c:pt idx="214">
                  <c:v>-51.1</c:v>
                </c:pt>
                <c:pt idx="215">
                  <c:v>-55.36</c:v>
                </c:pt>
                <c:pt idx="216">
                  <c:v>-59.07</c:v>
                </c:pt>
                <c:pt idx="217">
                  <c:v>-51.4</c:v>
                </c:pt>
                <c:pt idx="218">
                  <c:v>-46.73</c:v>
                </c:pt>
                <c:pt idx="219">
                  <c:v>-44.23</c:v>
                </c:pt>
                <c:pt idx="220">
                  <c:v>-45.25</c:v>
                </c:pt>
                <c:pt idx="221">
                  <c:v>-38.52</c:v>
                </c:pt>
                <c:pt idx="222">
                  <c:v>-37.06</c:v>
                </c:pt>
                <c:pt idx="223">
                  <c:v>-35.27</c:v>
                </c:pt>
                <c:pt idx="224">
                  <c:v>-34.37</c:v>
                </c:pt>
                <c:pt idx="225">
                  <c:v>-31.99</c:v>
                </c:pt>
                <c:pt idx="226">
                  <c:v>-33.45</c:v>
                </c:pt>
                <c:pt idx="227">
                  <c:v>-35.05</c:v>
                </c:pt>
                <c:pt idx="228">
                  <c:v>-32.05</c:v>
                </c:pt>
                <c:pt idx="229">
                  <c:v>-29.01</c:v>
                </c:pt>
                <c:pt idx="230">
                  <c:v>-37.67</c:v>
                </c:pt>
                <c:pt idx="231">
                  <c:v>-38.1</c:v>
                </c:pt>
                <c:pt idx="232">
                  <c:v>-38.41</c:v>
                </c:pt>
                <c:pt idx="233">
                  <c:v>-36.49</c:v>
                </c:pt>
                <c:pt idx="234">
                  <c:v>-33.93</c:v>
                </c:pt>
                <c:pt idx="235">
                  <c:v>-30.14</c:v>
                </c:pt>
                <c:pt idx="236">
                  <c:v>-29.09</c:v>
                </c:pt>
                <c:pt idx="237">
                  <c:v>-27.55</c:v>
                </c:pt>
                <c:pt idx="238">
                  <c:v>-24.18</c:v>
                </c:pt>
                <c:pt idx="239">
                  <c:v>-21.1</c:v>
                </c:pt>
                <c:pt idx="240">
                  <c:v>-24.95</c:v>
                </c:pt>
                <c:pt idx="241">
                  <c:v>-21.72</c:v>
                </c:pt>
                <c:pt idx="242">
                  <c:v>-21.91</c:v>
                </c:pt>
                <c:pt idx="243">
                  <c:v>-24.29</c:v>
                </c:pt>
                <c:pt idx="244">
                  <c:v>-22.9</c:v>
                </c:pt>
                <c:pt idx="245">
                  <c:v>-32.81</c:v>
                </c:pt>
                <c:pt idx="246">
                  <c:v>-35.25</c:v>
                </c:pt>
                <c:pt idx="247">
                  <c:v>-36.24</c:v>
                </c:pt>
                <c:pt idx="248">
                  <c:v>-34.74</c:v>
                </c:pt>
                <c:pt idx="249">
                  <c:v>-32.55</c:v>
                </c:pt>
                <c:pt idx="250">
                  <c:v>-29.16</c:v>
                </c:pt>
                <c:pt idx="251">
                  <c:v>-25.26</c:v>
                </c:pt>
                <c:pt idx="252">
                  <c:v>-24.79</c:v>
                </c:pt>
                <c:pt idx="253">
                  <c:v>-25.14</c:v>
                </c:pt>
                <c:pt idx="254">
                  <c:v>-30</c:v>
                </c:pt>
                <c:pt idx="255">
                  <c:v>-31.57</c:v>
                </c:pt>
                <c:pt idx="256">
                  <c:v>-28.57</c:v>
                </c:pt>
                <c:pt idx="257">
                  <c:v>-26.59</c:v>
                </c:pt>
                <c:pt idx="258">
                  <c:v>-24.32</c:v>
                </c:pt>
                <c:pt idx="259">
                  <c:v>-22.8</c:v>
                </c:pt>
                <c:pt idx="260">
                  <c:v>-25.5</c:v>
                </c:pt>
                <c:pt idx="261">
                  <c:v>-21.9</c:v>
                </c:pt>
                <c:pt idx="262">
                  <c:v>-19.08</c:v>
                </c:pt>
                <c:pt idx="263">
                  <c:v>-17.61</c:v>
                </c:pt>
                <c:pt idx="264">
                  <c:v>-16.67</c:v>
                </c:pt>
                <c:pt idx="265">
                  <c:v>-15.97</c:v>
                </c:pt>
                <c:pt idx="266">
                  <c:v>-12.83</c:v>
                </c:pt>
                <c:pt idx="267">
                  <c:v>-16.72</c:v>
                </c:pt>
                <c:pt idx="268">
                  <c:v>-14.37</c:v>
                </c:pt>
                <c:pt idx="269">
                  <c:v>-12.46</c:v>
                </c:pt>
                <c:pt idx="270">
                  <c:v>-11.66</c:v>
                </c:pt>
                <c:pt idx="271">
                  <c:v>-9.66</c:v>
                </c:pt>
                <c:pt idx="272">
                  <c:v>-5.58</c:v>
                </c:pt>
                <c:pt idx="273">
                  <c:v>-5.62</c:v>
                </c:pt>
                <c:pt idx="274">
                  <c:v>-4.98</c:v>
                </c:pt>
                <c:pt idx="275">
                  <c:v>-6.68</c:v>
                </c:pt>
                <c:pt idx="276">
                  <c:v>-2.67</c:v>
                </c:pt>
                <c:pt idx="277">
                  <c:v>-2.91</c:v>
                </c:pt>
                <c:pt idx="278">
                  <c:v>-1.18</c:v>
                </c:pt>
                <c:pt idx="279">
                  <c:v>-0.63</c:v>
                </c:pt>
                <c:pt idx="280">
                  <c:v>-2.82</c:v>
                </c:pt>
                <c:pt idx="281">
                  <c:v>-4.5</c:v>
                </c:pt>
                <c:pt idx="282">
                  <c:v>-3.72</c:v>
                </c:pt>
                <c:pt idx="283">
                  <c:v>-9.72</c:v>
                </c:pt>
                <c:pt idx="284">
                  <c:v>-3.74</c:v>
                </c:pt>
                <c:pt idx="285">
                  <c:v>-6.21</c:v>
                </c:pt>
                <c:pt idx="286">
                  <c:v>-6.22</c:v>
                </c:pt>
                <c:pt idx="287">
                  <c:v>-3.95</c:v>
                </c:pt>
                <c:pt idx="288">
                  <c:v>-3.72</c:v>
                </c:pt>
                <c:pt idx="289">
                  <c:v>-2.24</c:v>
                </c:pt>
                <c:pt idx="290">
                  <c:v>-1.89</c:v>
                </c:pt>
                <c:pt idx="291">
                  <c:v>-4.15</c:v>
                </c:pt>
                <c:pt idx="292">
                  <c:v>-5.74</c:v>
                </c:pt>
                <c:pt idx="293">
                  <c:v>-12.53</c:v>
                </c:pt>
                <c:pt idx="294">
                  <c:v>-14.38</c:v>
                </c:pt>
                <c:pt idx="295">
                  <c:v>-12.3</c:v>
                </c:pt>
                <c:pt idx="296">
                  <c:v>-8.64</c:v>
                </c:pt>
                <c:pt idx="297">
                  <c:v>-9.86</c:v>
                </c:pt>
                <c:pt idx="298">
                  <c:v>-17.62</c:v>
                </c:pt>
                <c:pt idx="299">
                  <c:v>-18.88</c:v>
                </c:pt>
                <c:pt idx="300">
                  <c:v>-13.01</c:v>
                </c:pt>
                <c:pt idx="301">
                  <c:v>-10.62</c:v>
                </c:pt>
                <c:pt idx="302">
                  <c:v>-10.12</c:v>
                </c:pt>
                <c:pt idx="303">
                  <c:v>-13.2</c:v>
                </c:pt>
                <c:pt idx="304">
                  <c:v>-9.39</c:v>
                </c:pt>
                <c:pt idx="305">
                  <c:v>-5.93</c:v>
                </c:pt>
                <c:pt idx="306">
                  <c:v>-6.53</c:v>
                </c:pt>
                <c:pt idx="307">
                  <c:v>-6.79</c:v>
                </c:pt>
                <c:pt idx="308">
                  <c:v>-8.32</c:v>
                </c:pt>
                <c:pt idx="309">
                  <c:v>-5.64</c:v>
                </c:pt>
                <c:pt idx="310">
                  <c:v>-2.92</c:v>
                </c:pt>
                <c:pt idx="311">
                  <c:v>-0.96</c:v>
                </c:pt>
                <c:pt idx="312">
                  <c:v>-1.16</c:v>
                </c:pt>
                <c:pt idx="313">
                  <c:v>-1.66</c:v>
                </c:pt>
                <c:pt idx="314">
                  <c:v>-1.32</c:v>
                </c:pt>
                <c:pt idx="315">
                  <c:v>-1.04</c:v>
                </c:pt>
                <c:pt idx="316">
                  <c:v>-1.42</c:v>
                </c:pt>
                <c:pt idx="317">
                  <c:v>-2.1</c:v>
                </c:pt>
                <c:pt idx="318">
                  <c:v>-0.87</c:v>
                </c:pt>
                <c:pt idx="319">
                  <c:v>-0.59</c:v>
                </c:pt>
                <c:pt idx="320">
                  <c:v>-1.45</c:v>
                </c:pt>
                <c:pt idx="321">
                  <c:v>-0.92</c:v>
                </c:pt>
                <c:pt idx="322">
                  <c:v>-1.59</c:v>
                </c:pt>
                <c:pt idx="323">
                  <c:v>-9.07</c:v>
                </c:pt>
                <c:pt idx="324">
                  <c:v>-9.44</c:v>
                </c:pt>
                <c:pt idx="325">
                  <c:v>-9.36</c:v>
                </c:pt>
                <c:pt idx="326">
                  <c:v>-7.89</c:v>
                </c:pt>
                <c:pt idx="327">
                  <c:v>-7.67</c:v>
                </c:pt>
                <c:pt idx="328">
                  <c:v>-7.42</c:v>
                </c:pt>
                <c:pt idx="329">
                  <c:v>-5.92</c:v>
                </c:pt>
                <c:pt idx="330">
                  <c:v>-4.95</c:v>
                </c:pt>
                <c:pt idx="331">
                  <c:v>-12.15</c:v>
                </c:pt>
                <c:pt idx="332">
                  <c:v>-12.17</c:v>
                </c:pt>
                <c:pt idx="333">
                  <c:v>-19.83</c:v>
                </c:pt>
                <c:pt idx="334">
                  <c:v>-17.6</c:v>
                </c:pt>
                <c:pt idx="335">
                  <c:v>-10.16</c:v>
                </c:pt>
                <c:pt idx="336">
                  <c:v>-8.8</c:v>
                </c:pt>
                <c:pt idx="337">
                  <c:v>-5.21</c:v>
                </c:pt>
                <c:pt idx="338">
                  <c:v>-9.01</c:v>
                </c:pt>
                <c:pt idx="339">
                  <c:v>-9.06</c:v>
                </c:pt>
                <c:pt idx="340">
                  <c:v>-2.73</c:v>
                </c:pt>
                <c:pt idx="341">
                  <c:v>-7.39</c:v>
                </c:pt>
                <c:pt idx="342">
                  <c:v>-5.42</c:v>
                </c:pt>
                <c:pt idx="343">
                  <c:v>-5.66</c:v>
                </c:pt>
                <c:pt idx="344">
                  <c:v>-0.67</c:v>
                </c:pt>
                <c:pt idx="345">
                  <c:v>-1.72</c:v>
                </c:pt>
                <c:pt idx="346">
                  <c:v>-3.03</c:v>
                </c:pt>
                <c:pt idx="347">
                  <c:v>-12.07</c:v>
                </c:pt>
                <c:pt idx="348">
                  <c:v>-34.21</c:v>
                </c:pt>
                <c:pt idx="349">
                  <c:v>-27.03</c:v>
                </c:pt>
                <c:pt idx="350">
                  <c:v>-17.95</c:v>
                </c:pt>
                <c:pt idx="351">
                  <c:v>-11.52</c:v>
                </c:pt>
                <c:pt idx="352">
                  <c:v>-9.19</c:v>
                </c:pt>
                <c:pt idx="353">
                  <c:v>-4.55</c:v>
                </c:pt>
                <c:pt idx="354">
                  <c:v>-7.77</c:v>
                </c:pt>
                <c:pt idx="355">
                  <c:v>-8.07</c:v>
                </c:pt>
                <c:pt idx="356">
                  <c:v>-6.9</c:v>
                </c:pt>
                <c:pt idx="357">
                  <c:v>-1.19</c:v>
                </c:pt>
                <c:pt idx="358">
                  <c:v>-3.76</c:v>
                </c:pt>
                <c:pt idx="359">
                  <c:v>-3.58</c:v>
                </c:pt>
                <c:pt idx="360">
                  <c:v>-4.3</c:v>
                </c:pt>
                <c:pt idx="361">
                  <c:v>-1.27</c:v>
                </c:pt>
                <c:pt idx="362">
                  <c:v>-3.44</c:v>
                </c:pt>
                <c:pt idx="363">
                  <c:v>-2.18</c:v>
                </c:pt>
                <c:pt idx="364">
                  <c:v>-3.02</c:v>
                </c:pt>
                <c:pt idx="365">
                  <c:v>-1.98</c:v>
                </c:pt>
                <c:pt idx="366">
                  <c:v>-4.97</c:v>
                </c:pt>
                <c:pt idx="367">
                  <c:v>-5.41</c:v>
                </c:pt>
                <c:pt idx="368">
                  <c:v>-4.19</c:v>
                </c:pt>
                <c:pt idx="369">
                  <c:v>-4.67</c:v>
                </c:pt>
                <c:pt idx="370">
                  <c:v>-9.01</c:v>
                </c:pt>
                <c:pt idx="371">
                  <c:v>-10.54</c:v>
                </c:pt>
                <c:pt idx="372">
                  <c:v>-13.87</c:v>
                </c:pt>
                <c:pt idx="373">
                  <c:v>-13.93</c:v>
                </c:pt>
                <c:pt idx="374">
                  <c:v>-18.73</c:v>
                </c:pt>
                <c:pt idx="375">
                  <c:v>-23.47</c:v>
                </c:pt>
                <c:pt idx="376">
                  <c:v>-22.39</c:v>
                </c:pt>
                <c:pt idx="377">
                  <c:v>-19.11</c:v>
                </c:pt>
                <c:pt idx="378">
                  <c:v>-26.77</c:v>
                </c:pt>
                <c:pt idx="379">
                  <c:v>-27.11</c:v>
                </c:pt>
                <c:pt idx="380">
                  <c:v>-24.02</c:v>
                </c:pt>
                <c:pt idx="381">
                  <c:v>-20.72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8"/>
      </c:catAx>
      <c:valAx>
        <c:axId val="2094734552"/>
        <c:scaling>
          <c:orientation val="minMax"/>
          <c:max val="0"/>
          <c:min val="-60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F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base1x</c:v>
                </c:pt>
              </c:strCache>
            </c:strRef>
          </c:tx>
          <c:spPr>
            <a:solidFill>
              <a:srgbClr val="0E8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1992</c:v>
                  </c:pt>
                  <c:pt idx="1">
                    <c:v>1993</c:v>
                  </c:pt>
                  <c:pt idx="2">
                    <c:v>1994</c:v>
                  </c:pt>
                  <c:pt idx="3">
                    <c:v>1995</c:v>
                  </c:pt>
                  <c:pt idx="4">
                    <c:v>1996</c:v>
                  </c:pt>
                  <c:pt idx="5">
                    <c:v>1997</c:v>
                  </c:pt>
                  <c:pt idx="6">
                    <c:v>1998</c:v>
                  </c:pt>
                  <c:pt idx="7">
                    <c:v>1999</c:v>
                  </c:pt>
                  <c:pt idx="8">
                    <c:v>2000</c:v>
                  </c:pt>
                  <c:pt idx="9">
                    <c:v>2001</c:v>
                  </c:pt>
                  <c:pt idx="10">
                    <c:v>2002</c:v>
                  </c:pt>
                  <c:pt idx="11">
                    <c:v>2003</c:v>
                  </c:pt>
                  <c:pt idx="12">
                    <c:v>2004</c:v>
                  </c:pt>
                  <c:pt idx="13">
                    <c:v>2005</c:v>
                  </c:pt>
                  <c:pt idx="14">
                    <c:v>2006</c:v>
                  </c:pt>
                  <c:pt idx="15">
                    <c:v>2007</c:v>
                  </c:pt>
                  <c:pt idx="16">
                    <c:v>2008</c:v>
                  </c:pt>
                  <c:pt idx="17">
                    <c:v>2009</c:v>
                  </c:pt>
                  <c:pt idx="18">
                    <c:v>2010</c:v>
                  </c:pt>
                  <c:pt idx="19">
                    <c:v>2011</c:v>
                  </c:pt>
                  <c:pt idx="20">
                    <c:v>2012</c:v>
                  </c:pt>
                  <c:pt idx="21">
                    <c:v>2013</c:v>
                  </c:pt>
                  <c:pt idx="22">
                    <c:v>2014</c:v>
                  </c:pt>
                  <c:pt idx="23">
                    <c:v>2015</c:v>
                  </c:pt>
                  <c:pt idx="24">
                    <c:v>2016</c:v>
                  </c:pt>
                  <c:pt idx="25">
                    <c:v>2017</c:v>
                  </c:pt>
                  <c:pt idx="26">
                    <c:v>2018</c:v>
                  </c:pt>
                  <c:pt idx="27">
                    <c:v>2019</c:v>
                  </c:pt>
                  <c:pt idx="28">
                    <c:v>2020</c:v>
                  </c:pt>
                  <c:pt idx="29">
                    <c:v>2021</c:v>
                  </c:pt>
                  <c:pt idx="30">
                    <c:v>2022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5.23</c:v>
                </c:pt>
                <c:pt idx="1">
                  <c:v>23.14</c:v>
                </c:pt>
                <c:pt idx="2">
                  <c:v>-12.36</c:v>
                </c:pt>
                <c:pt idx="3">
                  <c:v>17.06</c:v>
                </c:pt>
                <c:pt idx="4">
                  <c:v>18.27</c:v>
                </c:pt>
                <c:pt idx="5">
                  <c:v>17.01</c:v>
                </c:pt>
                <c:pt idx="6">
                  <c:v>10.9</c:v>
                </c:pt>
                <c:pt idx="7">
                  <c:v>37.73</c:v>
                </c:pt>
                <c:pt idx="8">
                  <c:v>-5.34</c:v>
                </c:pt>
                <c:pt idx="9">
                  <c:v>2.05</c:v>
                </c:pt>
                <c:pt idx="10">
                  <c:v>-0.77</c:v>
                </c:pt>
                <c:pt idx="11">
                  <c:v>18.77</c:v>
                </c:pt>
                <c:pt idx="12">
                  <c:v>9.36</c:v>
                </c:pt>
                <c:pt idx="13">
                  <c:v>17.33</c:v>
                </c:pt>
                <c:pt idx="14">
                  <c:v>17.95</c:v>
                </c:pt>
                <c:pt idx="15">
                  <c:v>16.16</c:v>
                </c:pt>
                <c:pt idx="16">
                  <c:v>-5.95</c:v>
                </c:pt>
                <c:pt idx="17">
                  <c:v>12.34</c:v>
                </c:pt>
                <c:pt idx="18">
                  <c:v>-0.07</c:v>
                </c:pt>
                <c:pt idx="19">
                  <c:v>-4.15</c:v>
                </c:pt>
                <c:pt idx="20">
                  <c:v>1.62</c:v>
                </c:pt>
                <c:pt idx="21">
                  <c:v>16.03</c:v>
                </c:pt>
                <c:pt idx="22">
                  <c:v>-0.89</c:v>
                </c:pt>
                <c:pt idx="23">
                  <c:v>-3.55</c:v>
                </c:pt>
                <c:pt idx="24">
                  <c:v>10.52</c:v>
                </c:pt>
                <c:pt idx="25">
                  <c:v>38.87</c:v>
                </c:pt>
                <c:pt idx="26">
                  <c:v>-7.43</c:v>
                </c:pt>
                <c:pt idx="27">
                  <c:v>3.57</c:v>
                </c:pt>
                <c:pt idx="28">
                  <c:v>10.28</c:v>
                </c:pt>
                <c:pt idx="29">
                  <c:v>16.84</c:v>
                </c:pt>
                <c:pt idx="30">
                  <c:v>-6.93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S&amp;P 500</c:v>
                </c:pt>
              </c:strCache>
            </c:strRef>
          </c:tx>
          <c:spPr>
            <a:solidFill>
              <a:srgbClr val="E09F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Sheet1!$A$2:$A$32</c:f>
              <c:multiLvlStrCache>
                <c:ptCount val="31"/>
                <c:lvl>
                  <c:pt idx="0">
                    <c:v>1992</c:v>
                  </c:pt>
                  <c:pt idx="1">
                    <c:v>1993</c:v>
                  </c:pt>
                  <c:pt idx="2">
                    <c:v>1994</c:v>
                  </c:pt>
                  <c:pt idx="3">
                    <c:v>1995</c:v>
                  </c:pt>
                  <c:pt idx="4">
                    <c:v>1996</c:v>
                  </c:pt>
                  <c:pt idx="5">
                    <c:v>1997</c:v>
                  </c:pt>
                  <c:pt idx="6">
                    <c:v>1998</c:v>
                  </c:pt>
                  <c:pt idx="7">
                    <c:v>1999</c:v>
                  </c:pt>
                  <c:pt idx="8">
                    <c:v>2000</c:v>
                  </c:pt>
                  <c:pt idx="9">
                    <c:v>2001</c:v>
                  </c:pt>
                  <c:pt idx="10">
                    <c:v>2002</c:v>
                  </c:pt>
                  <c:pt idx="11">
                    <c:v>2003</c:v>
                  </c:pt>
                  <c:pt idx="12">
                    <c:v>2004</c:v>
                  </c:pt>
                  <c:pt idx="13">
                    <c:v>2005</c:v>
                  </c:pt>
                  <c:pt idx="14">
                    <c:v>2006</c:v>
                  </c:pt>
                  <c:pt idx="15">
                    <c:v>2007</c:v>
                  </c:pt>
                  <c:pt idx="16">
                    <c:v>2008</c:v>
                  </c:pt>
                  <c:pt idx="17">
                    <c:v>2009</c:v>
                  </c:pt>
                  <c:pt idx="18">
                    <c:v>2010</c:v>
                  </c:pt>
                  <c:pt idx="19">
                    <c:v>2011</c:v>
                  </c:pt>
                  <c:pt idx="20">
                    <c:v>2012</c:v>
                  </c:pt>
                  <c:pt idx="21">
                    <c:v>2013</c:v>
                  </c:pt>
                  <c:pt idx="22">
                    <c:v>2014</c:v>
                  </c:pt>
                  <c:pt idx="23">
                    <c:v>2015</c:v>
                  </c:pt>
                  <c:pt idx="24">
                    <c:v>2016</c:v>
                  </c:pt>
                  <c:pt idx="25">
                    <c:v>2017</c:v>
                  </c:pt>
                  <c:pt idx="26">
                    <c:v>2018</c:v>
                  </c:pt>
                  <c:pt idx="27">
                    <c:v>2019</c:v>
                  </c:pt>
                  <c:pt idx="28">
                    <c:v>2020</c:v>
                  </c:pt>
                  <c:pt idx="29">
                    <c:v>2021</c:v>
                  </c:pt>
                  <c:pt idx="30">
                    <c:v>2022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5.7</c:v>
                </c:pt>
                <c:pt idx="1">
                  <c:v>6.3</c:v>
                </c:pt>
                <c:pt idx="2">
                  <c:v>-1.54</c:v>
                </c:pt>
                <c:pt idx="3">
                  <c:v>34.11</c:v>
                </c:pt>
                <c:pt idx="4">
                  <c:v>20.26</c:v>
                </c:pt>
                <c:pt idx="5">
                  <c:v>31.01</c:v>
                </c:pt>
                <c:pt idx="6">
                  <c:v>26.95</c:v>
                </c:pt>
                <c:pt idx="7">
                  <c:v>18.88</c:v>
                </c:pt>
                <c:pt idx="8">
                  <c:v>-9.85</c:v>
                </c:pt>
                <c:pt idx="9">
                  <c:v>-13.04</c:v>
                </c:pt>
                <c:pt idx="10">
                  <c:v>-23.37</c:v>
                </c:pt>
                <c:pt idx="11">
                  <c:v>26.38</c:v>
                </c:pt>
                <c:pt idx="12">
                  <c:v>8.99</c:v>
                </c:pt>
                <c:pt idx="13">
                  <c:v>3</c:v>
                </c:pt>
                <c:pt idx="14">
                  <c:v>13.62</c:v>
                </c:pt>
                <c:pt idx="15">
                  <c:v>3.53</c:v>
                </c:pt>
                <c:pt idx="16">
                  <c:v>-38.49</c:v>
                </c:pt>
                <c:pt idx="17">
                  <c:v>23.45</c:v>
                </c:pt>
                <c:pt idx="18">
                  <c:v>12.78</c:v>
                </c:pt>
                <c:pt idx="19">
                  <c:v>0</c:v>
                </c:pt>
                <c:pt idx="20">
                  <c:v>13.41</c:v>
                </c:pt>
                <c:pt idx="21">
                  <c:v>29.6</c:v>
                </c:pt>
                <c:pt idx="22">
                  <c:v>11.39</c:v>
                </c:pt>
                <c:pt idx="23">
                  <c:v>-0.73</c:v>
                </c:pt>
                <c:pt idx="24">
                  <c:v>9.54</c:v>
                </c:pt>
                <c:pt idx="25">
                  <c:v>19.42</c:v>
                </c:pt>
                <c:pt idx="26">
                  <c:v>-6.24</c:v>
                </c:pt>
                <c:pt idx="27">
                  <c:v>28.88</c:v>
                </c:pt>
                <c:pt idx="28">
                  <c:v>16.26</c:v>
                </c:pt>
                <c:pt idx="29">
                  <c:v>26.89</c:v>
                </c:pt>
                <c:pt idx="30">
                  <c:v>-19.44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6200000"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-40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B1F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+mn-lt"/>
              </a:rPr>
              <a:t>Rendite p. a.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base1x</c:v>
                </c:pt>
              </c:strCache>
            </c:strRef>
          </c:tx>
          <c:spPr>
            <a:solidFill>
              <a:srgbClr val="0E8F8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1991-2006</c:v>
                  </c:pt>
                  <c:pt idx="1">
                    <c:v>2007-2022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10.68</c:v>
                </c:pt>
                <c:pt idx="1">
                  <c:v>5.46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Buy &amp; Hold, 17 Märkte</c:v>
                </c:pt>
              </c:strCache>
            </c:strRef>
          </c:tx>
          <c:spPr>
            <a:solidFill>
              <a:srgbClr val="7B879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1991-2006</c:v>
                  </c:pt>
                  <c:pt idx="1">
                    <c:v>2007-2022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10.56</c:v>
                </c:pt>
                <c:pt idx="1">
                  <c:v>7.47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S&amp;P 500</c:v>
                </c:pt>
              </c:strCache>
            </c:strRef>
          </c:tx>
          <c:spPr>
            <a:solidFill>
              <a:srgbClr val="E09F1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1991-2006</c:v>
                  </c:pt>
                  <c:pt idx="1">
                    <c:v>2007-2022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8.74</c:v>
                </c:pt>
                <c:pt idx="1">
                  <c:v>6.43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MSCI World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1991-2006</c:v>
                  </c:pt>
                  <c:pt idx="1">
                    <c:v>2007-2022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6.85</c:v>
                </c:pt>
                <c:pt idx="1">
                  <c:v>3.57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F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Größter Verlust</c:v>
                </c:pt>
              </c:strCache>
            </c:strRef>
          </c:tx>
          <c:spPr>
            <a:solidFill>
              <a:srgbClr val="0E8F8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B879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09F1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Konservativ (Vol-Ziel 15 %)</c:v>
                  </c:pt>
                  <c:pt idx="1">
                    <c:v>Mischung 6/9/12</c:v>
                  </c:pt>
                  <c:pt idx="2">
                    <c:v>Moderat (Vol-Ziel 20 %)</c:v>
                  </c:pt>
                  <c:pt idx="3">
                    <c:v>Offensiv (Vol-Ziel 25 %)</c:v>
                  </c:pt>
                  <c:pt idx="4">
                    <c:v>Basis base1x</c:v>
                  </c:pt>
                  <c:pt idx="5">
                    <c:v>Hebel bis 1,5x</c:v>
                  </c:pt>
                  <c:pt idx="6">
                    <c:v>Buy &amp; Hold, 17 Märkte</c:v>
                  </c:pt>
                  <c:pt idx="7">
                    <c:v>S&amp;P 500</c:v>
                  </c:pt>
                  <c:pt idx="8">
                    <c:v>MSCI World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12.59</c:v>
                </c:pt>
                <c:pt idx="1">
                  <c:v>13.47</c:v>
                </c:pt>
                <c:pt idx="2">
                  <c:v>14.1</c:v>
                </c:pt>
                <c:pt idx="3">
                  <c:v>14.39</c:v>
                </c:pt>
                <c:pt idx="4">
                  <c:v>14.75</c:v>
                </c:pt>
                <c:pt idx="5">
                  <c:v>16.3</c:v>
                </c:pt>
                <c:pt idx="6">
                  <c:v>47.09</c:v>
                </c:pt>
                <c:pt idx="7">
                  <c:v>56.78</c:v>
                </c:pt>
                <c:pt idx="8">
                  <c:v>59.07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+mn-lt"/>
              </a:rPr>
              <a:t>Gewinn in USD, US500, 2021–2026, 10 000 USD Start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Modell 1: 1-Minuten-OHLC</c:v>
                </c:pt>
              </c:strCache>
            </c:strRef>
          </c:tx>
          <c:spPr>
            <a:solidFill>
              <a:srgbClr val="0E8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Basis</c:v>
                  </c:pt>
                  <c:pt idx="1">
                    <c:v>FVG-Trail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5210</c:v>
                </c:pt>
                <c:pt idx="1">
                  <c:v>2356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Modell 2: nur Eröffnungspreise</c:v>
                </c:pt>
              </c:strCache>
            </c:strRef>
          </c:tx>
          <c:spPr>
            <a:solidFill>
              <a:srgbClr val="7B87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Basis</c:v>
                  </c:pt>
                  <c:pt idx="1">
                    <c:v>FVG-Trail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5469</c:v>
                </c:pt>
                <c:pt idx="1">
                  <c:v>4356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"/>
          <c:min val="0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F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1F3A"/>
                </a:solidFill>
                <a:latin typeface="+mn-lt"/>
              </a:rPr>
              <a:t>Größter Verlust, von klein nach groß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Größter Verlust</c:v>
                </c:pt>
              </c:strCache>
            </c:strRef>
          </c:tx>
          <c:spPr>
            <a:solidFill>
              <a:srgbClr val="0E8F8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D3C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9F1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B879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Historisch (korrigiert)</c:v>
                  </c:pt>
                  <c:pt idx="1">
                    <c:v>Historisch (alte Messung)</c:v>
                  </c:pt>
                  <c:pt idx="2">
                    <c:v>Median (Bootstrap)</c:v>
                  </c:pt>
                  <c:pt idx="3">
                    <c:v>5-%-Fall (Bootstrap)</c:v>
                  </c:pt>
                  <c:pt idx="4">
                    <c:v>S&amp;P 500 historisch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14.75</c:v>
                </c:pt>
                <c:pt idx="2">
                  <c:v>20.9</c:v>
                </c:pt>
                <c:pt idx="3">
                  <c:v>31.6</c:v>
                </c:pt>
                <c:pt idx="4">
                  <c:v>56.78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Rendite p. a.</c:v>
                </c:pt>
              </c:strCache>
            </c:strRef>
          </c:tx>
          <c:spPr>
            <a:solidFill>
              <a:srgbClr val="0E8F8A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F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B879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5 bp je Seite</c:v>
                  </c:pt>
                  <c:pt idx="1">
                    <c:v>10 bp (Basis)</c:v>
                  </c:pt>
                  <c:pt idx="2">
                    <c:v>25 bp</c:v>
                  </c:pt>
                  <c:pt idx="3">
                    <c:v>50 bp</c:v>
                  </c:pt>
                  <c:pt idx="4">
                    <c:v>CFD mit Finanzierung</c:v>
                  </c:pt>
                  <c:pt idx="5">
                    <c:v>Nur Cash (US-Zins)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7.38</c:v>
                </c:pt>
                <c:pt idx="1">
                  <c:v>7.3</c:v>
                </c:pt>
                <c:pt idx="2">
                  <c:v>7.05</c:v>
                </c:pt>
                <c:pt idx="3">
                  <c:v>6.64</c:v>
                </c:pt>
                <c:pt idx="4">
                  <c:v>3.15</c:v>
                </c:pt>
                <c:pt idx="5">
                  <c:v>2.28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D5DB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Das Mini-Diagramm zeigt die Wertentwicklung (Start = 100) von base1x (korrigierte Messung), S&amp;P 500 und MSCI World, jeweils Preisindizes ohne Dividenden, 1991-03 bis 2022-12. Quelle: Quant-Lab, Prüfblöcke P2 und P3.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Kennzahlen: Quant-Lab P3 (Vergleich mit S&amp;P 500 und MSCI World, gemeinsamer Zeitraum 1991-03-05 bis 2022-12-30) und P2 (korrigierte Messung, Tage mit weniger als 8 offenen Märkten werden aufgezinst statt verworfen). 0 von 9: Hebel 1,5x, Trailing-Stop, Trailing plus Risk-Reward, Stufen-Stop, Swing-Low-Stop, Swing-Low-Trail, FVG-Stop, FVG-Trail, 4 Tranchen.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docs/HYPOTHESEN.md (H5, H6, H11), README. Die 17 Märkte: S&amp;P 500, Nasdaq, Dow, Nikkei, FTSE, DAX, CAC, Euro Stoxx 50, Hang Seng, S&amp;P/ASX 200, S&amp;P/TSX, KOSPI sowie die ETFs EEM, EFA, TLT, dazu Gold und Bitcoin (Bitcoin erst ab 2015 im Korb).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Endwerte nach 31,8 Jahren aus 100: base1x 1 163, Buy &amp; Hold (17 Märkte) 1 548, S&amp;P 500 1 019, MSCI World 500. Preisindizes ohne Dividenden, vor Steuern, Lokalwährung (MSCI World in US-Dollar). Der Korb enthält einen Cash-Anteil und ist kein reiner Aktienindex.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Abstand zum bisherigen Höchststand, Tiefstwert je Monat aus Tagesdaten. Der historische Verlust von base1x (−16,0 %) ist laut Bootstrap optimistisch (Median −20,9 %, 5-%-Fall −31,6 %).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Quant-Lab P3 (scripts/check_p3_benchmarks.py, results/P3_benchmarks.csv) und eigene Berechnung auf demselben gemeinsamen Zeitraum 1991-03-05 bis 2022-12-30 (7 906 Handelstage, 31 vollständige Kalenderjahre 1992 bis 2022).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Kalenderjahresrenditen 1992 bis 2022 (korrigierte Messung von base1x). Quelle: results/P3_yearly.csv. Zahlen für 2019: base1x +3,6 %, S&amp;P 500 +28,9 %.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Halbzeiten des gemeinsamen Zeitraums. Ohne Bitcoin (erst ab 2015 im Korb) erreicht base1x in der zweiten Hälfte nur 3,06 % p. a. (alte Messung, mit Bitcoin 4,82 %): diese Hälfte hängt stark an einem Markt. Quelle: Quant-Lab P2/P4.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Quellen: results/H11_vt_basket.csv, results/H12_robust_basket.csv, results/P3_benchmarks.csv. Alle Stufen: 17 Märkte, 10 Basispunkte je Seite, Cash zum US-Geldmarktzins. Auswahl der Stufen vorab im Hypothesenregister (H11, H12) festgelegt; keine Stufe hat das Kriterium für eine Verbesserung gegenüber base1x erfüllt.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Größter Verlust (positiv dargestellt) je Stufe. Alte Messung, 1991-02 bis 2022-12. Die Differenz 7,30 % minus 5,99 % beträgt 1,31 Prozentpunkte; 14,75 % minus 12,59 % beträgt 2,16 Punkte.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Quellen: results/H11_vt_basket.csv, H19_sr_stop.csv, H20_tranche4.csv, H21_fvg_stop.csv. Alte Messung (Tage verworfen), 1991 bis 2022. Die Tranchen-Zeile nutzt einen um fünf Tage kürzeren Index (Start 1991-03-05); UPI 1,031 gegen Median der 21 Einzelphasen 1,041.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MT5-Strategietester, US500 D1, Demokonto, 2021-01-01 bis 2026-10-15. Modell 1: 1-Minuten-OHLC; Modell 2: nur Eröffnungspreise. Basis Modell 1: 5 210 USD bei 21,2 % Verlust; Basis Modell 2: 5 469 USD bei 21,5 %. FVG-Trail Modell 1: 2 356 USD / 20,6 %; Modell 2: 4 356 USD / 12,8 %. Über 2012 bis 2026 zeigte Modell 2 für den FVG-Trail 13 355 USD bei 12,9 % (Artefakt). Ein Einzelmarkt-Pfad ist kein Beleg.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Quellen: Prüfblock P1 (H14 Placebo, H15 Bootstrap, H16 Timing-Luck, H17 Marktauswahl), Gegenprüfung durch unabhängige Prüfer; Wiederholung ohne Bitcoin in P4 (Urteile unverändert). Beim Placebo-Test sind die Placebo-Märkte unabhängig gezogen, was zugunsten der Strategie verzerrt.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P1 H15 (stationärer Block-Bootstrap, mittlere Blocklänge 60 Tage, 2 000 Ziehungen): Median −20,9 %, 5./95. Perzentil −31,6 % / −15,1 %, in 1 939 von 2 000 Ziehungen schlechter als der historische Wert −14,75 % (alte Messung).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P1 H18 (Kosten und Umsetzung), alte Messung 1991 bis 2022. Szenario CFD: Finanzierung US-RF plus 2,5 % p. a. auf den vollen Nominalwert solange investiert, Cash ohne Zins: CAGR 3,15 % bei 10 bp. Break-even des Finanzierungsaufschlags: 3,76 % p. a. Der UPI fällt erst bei etwa 125 bp je Seite unter Buy &amp;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Quellen: Verifikation V1 bis V6 (unabhängige Prüfer), Prüfblöcke P2 bis P4, docs/HYPOTHESEN.md. Die Zahl der Versuche setzt sich aus 107 Läufen im Gesamtlauf und etwa 30 Läufen in H1 bis H21 zusammen.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Zusammenfassung der Aussagen. Keine Anlageberatung. Nichts hier ist für echtes Geld freigegeben; das Freigabe-Tor steht in docs/ROADMAP.md (Phase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im Deck stammen aus den Ergebnisdateien im Repository (results/P2 bis P4, H11 bis H21) und sind im Hypothesenregister dokumentiert.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45720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6"/>
                </a:solidFill>
              </a:rPr>
              <a:t>Quant-Lab · Zusammenfassung · Keine Anlageberatung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Quant-Lab · Zusammenfassung · Keine Anlageberatung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Trendfilter-Strategie base1x: Performance und Risiko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Auf verschiedenen Risikostufen, im Vergleich zu S&amp;P 500 und MSCI World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Quant-Lab · Stand 2026-10-29 · Stichprobe 1991–2022 · Nur Demokonto, keine Anlageberatung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394960" y="914400"/>
          <a:ext cx="3474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Kernaussagen auf einen Blick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8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−16,0 %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größter Verlust von base1x. S&amp;P 500: −56,8 %, MSCI World: −59,1 %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12618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8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8,0 %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1965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Rendite p. a. von base1x. S&amp;P 500: 7,6 %, MSCI World: 5,2 %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2618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9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31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965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Kalenderjahre im Minus (von 31). S&amp;P 500: 9, aber bis −38,5 %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2618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von 9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19659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geprüften Zusätzen (Hebel, Stops, FVG, Tranchen) bestanden ihren vorab festgelegten Test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</a:rPr>
              <a:t>Der Vorteil liegt allein beim Verlust, nicht bei der Rendite: gegenüber dem S&amp;P 500 nur +0,45 Prozentpunkte.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</a:rPr>
              <a:t>Erwartet werden eher −21 % (Bootstrap-Median) bis −32 % (5-%-Fall) als der historische Wert von −16 %.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</a:rPr>
              <a:t>Alle Zahlen gelten für die Stichprobe 1991–2022, vor Steuern, mit Preisindizes ohne Dividenden.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Die Strategie in drei Schritten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0E8F8A"/>
          </a:solidFill>
          <a:ln w="6350">
            <a:solidFill>
              <a:srgbClr val="0E8F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Monatsende prüfen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447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Liegt der Schlusskurs eines Marktes über dem Mittel der letzten 12 Monatsschlüsse?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548640" cy="548640"/>
          </a:xfrm>
          <a:prstGeom prst="ellipse">
            <a:avLst/>
          </a:prstGeom>
          <a:solidFill>
            <a:srgbClr val="0E8F8A"/>
          </a:solidFill>
          <a:ln w="6350">
            <a:solidFill>
              <a:srgbClr val="0E8F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Long oder Cash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3347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Ja: investiert, ohne Hebel. Nein: Cash zum US-Geldmarktzins. Je Markt einzeln.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48640" cy="548640"/>
          </a:xfrm>
          <a:prstGeom prst="ellipse">
            <a:avLst/>
          </a:prstGeom>
          <a:solidFill>
            <a:srgbClr val="0E8F8A"/>
          </a:solidFill>
          <a:ln w="6350">
            <a:solidFill>
              <a:srgbClr val="0E8F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474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Ausführen und mischen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8221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Umsetzung zum Schlusskurs des Folgetags, 17 Märkte gleichgewichtet.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97280"/>
          <a:ext cx="3749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Merkmal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Märkte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17: Aktienindizes, ETFs, Gold, Bitcoin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Takt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monatlich, 12-Monats-Mittel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Hebel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keiner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Kosten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10 Basispunkte je Seite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Cash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US-Geldmarktzins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Zeitraum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1991–2022, Holdout ab 2023 zu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Steuer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nicht gerechnet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Wertentwicklung seit 1991 (Start = 100)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60350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675120" y="1261872"/>
            <a:ext cx="164592" cy="164592"/>
          </a:xfrm>
          <a:prstGeom prst="ellipse">
            <a:avLst/>
          </a:prstGeom>
          <a:solidFill>
            <a:srgbClr val="0E8F8A"/>
          </a:solidFill>
          <a:ln w="6350">
            <a:solidFill>
              <a:srgbClr val="0E8F8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49440" y="1188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base1x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14813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1 163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675120" y="2130552"/>
            <a:ext cx="164592" cy="164592"/>
          </a:xfrm>
          <a:prstGeom prst="ellipse">
            <a:avLst/>
          </a:prstGeom>
          <a:solidFill>
            <a:srgbClr val="7B8794"/>
          </a:solidFill>
          <a:ln w="6350">
            <a:solidFill>
              <a:srgbClr val="7B879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0" y="20574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Buy &amp; Hold, 17 Märkte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2350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1 548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675120" y="2999232"/>
            <a:ext cx="164592" cy="164592"/>
          </a:xfrm>
          <a:prstGeom prst="ellipse">
            <a:avLst/>
          </a:prstGeom>
          <a:solidFill>
            <a:srgbClr val="E09F1F"/>
          </a:solidFill>
          <a:ln w="6350">
            <a:solidFill>
              <a:srgbClr val="E09F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49440" y="2926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S&amp;P 500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3218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1 019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675120" y="3867912"/>
            <a:ext cx="164592" cy="164592"/>
          </a:xfrm>
          <a:prstGeom prst="ellipse">
            <a:avLst/>
          </a:prstGeom>
          <a:solidFill>
            <a:srgbClr val="B23A48"/>
          </a:solidFill>
          <a:ln w="6350">
            <a:solidFill>
              <a:srgbClr val="B23A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3794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MSCI World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4087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Verluste: Der Filter kappt die Einbrüche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8412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Größter Verlust: base1x −16,0 %  ·  Buy &amp; Hold (17 Märkte) −46,8 %  ·  S&amp;P 500 −56,8 %  ·  MSCI World −59,1 %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Kennzahlen im Vergleich (1991–2022)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1005840"/>
                <a:gridCol w="640080"/>
                <a:gridCol w="868680"/>
                <a:gridCol w="548640"/>
                <a:gridCol w="868680"/>
                <a:gridCol w="82296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Reihe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Rendite p. a.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Schwankung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Größter Verlust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Endwert von 100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Jahre im Minus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Tiefstes Jahr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base1x (korrigiert)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8,0 %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8,3 %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0,70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−16,0 %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1,20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1 163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10 / 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−12,4 %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base1x (alte Messung)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7,2 %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8,2 %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0,62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−14,7 %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1,07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926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10 / 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−11,2 %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Buy &amp; Hold, 17 Märkte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9,0 %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13,8 %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0,53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−46,8 %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1 548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8 / 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−32,8 %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S&amp;P 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7,6 %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18,4 %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0,37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−56,8 %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0,46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1 019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9 / 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−38,5 %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MSCI World (USD)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5,2 %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16,2 %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−59,1 %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500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9 / 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−42,0 %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76"/>
                </a:solidFill>
              </a:rPr>
              <a:t>UPI = Rendite geteilt durch den Ulcer-Index (misst Tiefe und Dauer der Verluste). Je höher, desto ruhiger der Weg.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76"/>
                </a:solidFill>
              </a:rPr>
              <a:t>Korrigierte Messung: Tage mit weniger als 8 offenen Märkten (Bitcoin-Wochenenden, Feiertage) werden aufgezinst statt verworfen. Der Abstand zu Buy &amp; Hold bleibt etwa 1 Prozentpunkt.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776"/>
                </a:solidFill>
              </a:rPr>
              <a:t>Preisindizes ohne Dividenden, vor Steuern. Ein Korb mit Cash-Phasen ist kein reiner Aktienindex (Äpfel gegen Birnen).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Kalenderjahre: Stärke in Krisen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8412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Vor dem S&amp;P 500 lag base1x in 13 von 31 Jahren (MSCI World: 17 von 31).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Weit vorn in 2001, 2002, 2008 und 2022; deutlich hinten in Boomjahren wie 2019 (+3,6 % gegen +28,9 %) und 2021.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Zwei Hälften, zwei Gesichter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097280"/>
            <a:ext cx="29260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1991–2006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572768"/>
            <a:ext cx="26517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base1x 10,7 % gegen S&amp;P 500 8,7 %: vorn bei der Rendite, Verlust −15,2 % statt −49,1 %.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2880360"/>
            <a:ext cx="29260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9788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</a:rPr>
              <a:t>2007–2022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3355848"/>
            <a:ext cx="26517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base1x 5,5 % gegen S&amp;P 500 6,4 %: hinten bei der Rendite, Verlust −16,0 % statt −56,8 %.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Risikostufen: Rendite gegen Verlust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1097280"/>
                <a:gridCol w="822960"/>
                <a:gridCol w="128016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Stufe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Rendite p. a.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Schwankung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Größter Verlust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UPI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Basis: base1x (unskaliert)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7,30 %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8,16 %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0,628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−14,75 %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</a:rPr>
                        <a:t>1,081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Mischung 6/9/12 Monate (ens3)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7,28 %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7,84 %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0,648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−13,47 %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1,173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Offensiv: Vol-Ziel 25 %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6,72 %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7,73 %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0,588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−14,39 %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1,066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Moderat: Vol-Ziel 20 %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6,43 %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7,42 %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0,573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−14,10 %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1,073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Konservativ: Vol-Ziel 15 %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5,99 %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6,68 %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0,567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−12,59 %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1,147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Mischung plus Vol-Ziel 20 %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6,33 %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7,11 %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0,582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−13,00 %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1,155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Hebel bis 1,5x (Vol-Ziel 15 %)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6,23 %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7,61 %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0,535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−16,30 %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Buy &amp; Hold, 17 Märkte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8,25 %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13,51 %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0,487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−47,09 %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0,590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S&amp;P 500 (ab 1991-03)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7,57 %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18,38 %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0,368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−56,78 %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0,456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6"/>
                </a:solidFill>
              </a:rPr>
              <a:t>Vol-Ziel: Das Gewicht je Markt wird so skaliert, dass die Schwankung das Ziel nicht übersteigt (höchstens 1,0x). Alte Messung, 1991-02 bis 2022-12; die S&amp;P-Zeile beginnt 5 Tage später. Ein Hebel von 1,5x brachte weniger Rendite und mehr Verlust.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Verluste je Stufe: rund ein Viertel des S&amp;P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309360" y="1097280"/>
            <a:ext cx="237744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4652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Stufen ändern wenig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46520" y="1572768"/>
            <a:ext cx="210312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Rendite zwischen 6,0 % und 7,3 %, Verlust zwischen 12,6 % und 16,3 %.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309360" y="2926080"/>
            <a:ext cx="2377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F1F"/>
                </a:solidFill>
              </a:rPr>
              <a:t>Weniger Risiko kostet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3401568"/>
            <a:ext cx="2103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Vol-Ziel 15 % statt Basis: 1,3 Prozentpunkte weniger Rendite für 2,2 Punkte weniger Verlust.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Hebel, Stops, Zonen: kein Gewinn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280160"/>
                <a:gridCol w="73152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Zusatz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Rendite p. a.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Größter Verlust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Urteil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Referenz: base1x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7,30 %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−14,75 %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1,081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Hebel bis 1,5x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6,23 %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−16,30 %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nicht bestanden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Trailing-Stop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5,29 %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−17,27 %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nicht bestanden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Trailing-Stop plus Risk-Reward 3:1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5,06 %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−17,54 %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nicht bestanden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Stufen-Stop (Break-even, dann je +1R)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6,29 %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−15,82 %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0,837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nicht bestanden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Support: Swing-Low-Stop (fest)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7,08 %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−15,31 %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1,012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nicht bestanden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Support: Swing-Low-Trail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5,25 %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−18,26 %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0,662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nicht bestanden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Fair-Value-Gap-Stop (fest)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7,09 %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−15,43 %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1,010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nicht bestanden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Fair-Value-Gap-Trail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3,63 %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−21,62 %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0,431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23A48"/>
                          </a:solidFill>
                        </a:rPr>
                        <a:t>nicht bestanden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4 Tranchen statt Monatsentscheid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7,09 %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−19,83 %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B1F3A"/>
                          </a:solidFill>
                        </a:rPr>
                        <a:t>1,031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09F1F"/>
                          </a:solidFill>
                        </a:rPr>
                        <a:t>knapp verfehlt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245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6"/>
                </a:solidFill>
              </a:rPr>
              <a:t>Zum Vergleich S&amp;P 500: 7,57 % Rendite, −56,78 % Verlust. Keine Variante übertrifft die S&amp;P-Rendite; keine verbessert base1x bei Rendite und Verlust zugleich. Kriterien wurden vorab im Hypothesenregister festgelegt (H11, H13, H19 bis H21).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MT5-Test: Das Testmodell täuscht bei Stops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4754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03520" y="105156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Im Modell „nur Eröffnungspreise“ sah der FVG-Trail aus, als halbiere er den Verlust (12,8 % statt 21,5 %). Mit 1-Minuten-Kursen steigt der Verlust auf 20,6 %, der Gewinn halbiert sich.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Stufen-Stop (3 671 USD) und Swing-Low-Trail (1 811 USD) liegen im realistischeren Modell klar unter der Basis (5 210 USD).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EA v3.10 (nur Demokonto): zeichnet Support, Widerstand und Fair-Value-Gaps; Stops sind abschaltbar und standardmäßig aus; Neustart-Zustand, Lot-Sperre und Wiederholungs-Drossel eingebaut.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Härtetests: Verlustvorteil hält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Placebo-Test: bestanden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27048"/>
            <a:ext cx="3749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UPI 1,081 gegen 95. Perzentil 0,961 von 1 000 Zufalls-Zeitpunkten gleicher Marktzeit. Verlust besser als alle 1 000 Placebos (bestes −23,3 %). Beim UPI knapp.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Bootstrap: Verlustvorteil belegt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27048"/>
            <a:ext cx="3749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Verlust 21 Punkte kleiner als Buy &amp; Hold, 90-%-Bereich +7,8 bis +38,9. Rendite- und Sharpe-Unterschied: Bereich schließt 0 ein, nicht belegt.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F8A"/>
                </a:solidFill>
              </a:rPr>
              <a:t>Marktauswahl: bestanden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47288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In 300 von 300 Zufallskörben und 17 von 17 Leave-one-out-Körben ist der Verlust kleiner. Ohne Bitcoin sinkt die Rendite um 0,9 Punkte.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0233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9F1F"/>
                </a:solidFill>
              </a:rPr>
              <a:t>Timing-Zufall: groß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3447288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Je nach Entscheidungstag im Monat liegt der größte Verlust zwischen −15,9 % und −24,0 % (Median −20,7 %).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Realistische Erwartung: größerer Verlust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303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097280"/>
            <a:ext cx="2834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Der historische Wert ist ein einzelner Pfad und damit eher optimistisch.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Im Bootstrap (2 000 Ziehungen) ist der Verlust in 97 % der Fälle größer als historisch; der Median liegt bei −20,9 %, in 5 % der Fälle schlechter als −31,6 %.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Kein Garantiewert: Der Wert gilt für 32 Jahre Laufzeit und kann bei längerer Haltedauer nur größer werden.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Kosten: CFD-Finanzierung frisst die Rendite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303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097280"/>
            <a:ext cx="2834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Handelskosten sind kein Engpass: Bei 50 bp je Seite bleibt die Rendite bei 6,6 %.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Als CFD wird der volle Nominalwert finanziert (US-Zins plus 2,5 % p. a.): nur 3,2 % Rendite, kaum über Cash.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</a:rPr>
              <a:t>Futures und ETFs vermeiden diese Finanzierung; ihre Roll-, Fonds- und Spreadkosten sind nicht gerechnet.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Grenzen der Aussage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</a:rPr>
              <a:t>Stichprobe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27048"/>
            <a:ext cx="23774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Regel und Auswertung nutzen dieselben Jahre. Etwa 137 Versuche auf denselben Daten, kein Deflated Sharpe für den Korb.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64408" y="105156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1568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</a:rPr>
              <a:t>Holdout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527048"/>
            <a:ext cx="23774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Ab 2023 ist der Korb nicht geöffnet. Die Regel auf dem S&amp;P 500 wurde einmal im Holdout ausgewertet.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71616" y="105156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08776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</a:rPr>
              <a:t>Bitcoin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1527048"/>
            <a:ext cx="23774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Erst ab 2015 im Korb und nachträglich gewählt: trägt etwa 0,9 Punkte Rendite bei. Ohne ihn 6,4 % bis 6,9 %.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</a:rPr>
              <a:t>Steuer und Basis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55848"/>
            <a:ext cx="23774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Alles vor Steuern; Preisindizes ohne Dividenden; Lokalwährungen; Cash zum US-Zins.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64408" y="288036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01568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</a:rPr>
              <a:t>Vergleich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01568" y="3355848"/>
            <a:ext cx="23774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Ein Korb mit Cash-Phasen gegen reine Aktienindizes: Äpfel gegen Birnen. Der MSCI World war in der Stichprobe schwach.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71616" y="288036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rgbClr val="D5DB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08776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</a:rPr>
              <a:t>Umsetzung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08776" y="3355848"/>
            <a:ext cx="23774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</a:rPr>
              <a:t>EA und Pine handeln zur Eröffnung, das Lab zum Schlusskurs. Pine ist nie in TradingView kompiliert worden.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Fazit und nächste Schritte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24456E"/>
          </a:solidFill>
          <a:ln w="6350">
            <a:solidFill>
              <a:srgbClr val="2445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D3CF"/>
                </a:solidFill>
              </a:rPr>
              <a:t>Belegt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Verlust rund 40 Punkte kleiner als beim S&amp;P 500 und MSCI World (historisch −16 % statt −57 % bis −59 %).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Der Vorteil hält in Placebo-, Bootstrap- und Marktauswahl-Test, auch ohne Bitcoin.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64408" y="109728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24456E"/>
          </a:solidFill>
          <a:ln w="6350">
            <a:solidFill>
              <a:srgbClr val="2445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1568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46D"/>
                </a:solidFill>
              </a:rPr>
              <a:t>Nicht belegt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Ein Renditevorteil: gegenüber dem S&amp;P 500 nur −0,3 bis +0,5 Punkte, ab 2007 dahinter.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Nutzen von Hebel, Stops, Zonen, Fair-Value-Gaps: alle nicht bestanden.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71616" y="109728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24456E"/>
          </a:solidFill>
          <a:ln w="6350">
            <a:solidFill>
              <a:srgbClr val="2445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08776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</a:rPr>
              <a:t>Nächste Schritte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08776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Demo-Betrieb im MetaTrader mit EA v3.10, Pine in TradingView prüfen.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Holdout ab 2023 nur mit Freigabe; vor echtem Geld entscheidet Nick am Freigabe-Tor.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Anhang: Methodik und Datenquellen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Thema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Beschreibung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Daten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Yahoo Finance (17 Märkte, Preisindizes), MSCI World USD Preisindex (^990100-USD-STRD), Ken French (US-Geldmarktzins)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Zeitraum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1991-02 bis 2022-12; Vergleich auf gemeinsamen Handelstagen ab 1991-03-05; Holdout ab 2023 geschlossen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Kennzahlen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Rendite p. a., Schwankung, Sharpe, größter Verlust, UPI (Rendite / Ulcer-Index), Kalenderjahre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Kosten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10 Basispunkte je Seite; Ausführung zum Schlusskurs des Folgetags; keine Steuer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Prüfung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Hypothesenregister H1 bis H21 und P1 bis P4 (Eintrag vor dem Test), 1 162 automatische Tests, 6 unabhängige Prüfer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Werkzeuge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Python-Prüfstand, MetaTrader 5 (Strategietester, Demokonto), TradingView Pine v6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Ablage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</a:rPr>
                        <a:t>Privates Repository Nikros07/Quant-Lab; Ergebnisse in results/, Bericht in docs/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Lab Corporate">
  <a:themeElements>
    <a:clrScheme name="QuantLab Corporate">
      <a:dk1>
        <a:srgbClr val="0B1F3A"/>
      </a:dk1>
      <a:lt1>
        <a:srgbClr val="FFFFFF"/>
      </a:lt1>
      <a:dk2>
        <a:srgbClr val="24456E"/>
      </a:dk2>
      <a:lt2>
        <a:srgbClr val="EEF2F7"/>
      </a:lt2>
      <a:accent1>
        <a:srgbClr val="0E8F8A"/>
      </a:accent1>
      <a:accent2>
        <a:srgbClr val="E09F1F"/>
      </a:accent2>
      <a:accent3>
        <a:srgbClr val="7B8794"/>
      </a:accent3>
      <a:accent4>
        <a:srgbClr val="B23A48"/>
      </a:accent4>
      <a:accent5>
        <a:srgbClr val="2F5D8A"/>
      </a:accent5>
      <a:accent6>
        <a:srgbClr val="2E8B57"/>
      </a:accent6>
      <a:hlink>
        <a:srgbClr val="2F5D8A"/>
      </a:hlink>
      <a:folHlink>
        <a:srgbClr val="7B8794"/>
      </a:folHlink>
    </a:clrScheme>
    <a:fontScheme name="QuantLab Corpor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Quant-Lab: Performance der Trendfilter-Strategie</dc:title>
  <dc:subject>Performance auf verschiedenen Risikostufen im Vergleich zu S&amp;P 500 und MSCI World</dc:subject>
  <dc:creator>Quant-Lab</dc:creator>
  <cp:lastModifiedBy>Quant-Lab</cp:lastModifiedBy>
  <cp:revision>1</cp:revision>
  <dcterms:created xsi:type="dcterms:W3CDTF">2026-10-29T10:16:02Z</dcterms:created>
  <dcterms:modified xsi:type="dcterms:W3CDTF">2026-10-29T10:16:02Z</dcterms:modified>
</cp:coreProperties>
</file>